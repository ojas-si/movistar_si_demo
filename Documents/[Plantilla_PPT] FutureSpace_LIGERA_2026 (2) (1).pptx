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embedTrueTypeFonts="1" saveSubsetFonts="1" autoCompressPictures="0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75" r:id="rId2"/>
    <p:sldId id="394" r:id="rId3"/>
    <p:sldId id="478" r:id="rId4"/>
    <p:sldId id="480" r:id="rId5"/>
    <p:sldId id="479" r:id="rId6"/>
    <p:sldId id="401" r:id="rId7"/>
    <p:sldId id="481" r:id="rId8"/>
    <p:sldId id="402" r:id="rId9"/>
    <p:sldId id="428" r:id="rId10"/>
    <p:sldId id="435" r:id="rId11"/>
    <p:sldId id="421" r:id="rId12"/>
    <p:sldId id="404" r:id="rId13"/>
    <p:sldId id="425" r:id="rId14"/>
    <p:sldId id="403" r:id="rId15"/>
    <p:sldId id="434" r:id="rId16"/>
    <p:sldId id="413" r:id="rId17"/>
    <p:sldId id="395" r:id="rId18"/>
    <p:sldId id="453" r:id="rId19"/>
    <p:sldId id="464" r:id="rId20"/>
    <p:sldId id="465" r:id="rId21"/>
  </p:sldIdLst>
  <p:sldSz cx="9144000" cy="5143500" type="screen16x9"/>
  <p:notesSz cx="6858000" cy="9144000"/>
  <p:embeddedFontLst>
    <p:embeddedFont>
      <p:font typeface="Montserrat" panose="00000500000000000000" pitchFamily="50" charset="0"/>
      <p:regular r:id="rId24"/>
      <p:bold r:id="rId25"/>
      <p:italic r:id="rId26"/>
      <p:boldItalic r:id="rId27"/>
    </p:embeddedFont>
    <p:embeddedFont>
      <p:font typeface="Satoshi" pitchFamily="50" charset="0"/>
      <p:regular r:id="rId28"/>
      <p:bold r:id="rId29"/>
      <p:italic r:id="rId30"/>
      <p:boldItalic r:id="rId31"/>
    </p:embeddedFont>
    <p:embeddedFont>
      <p:font typeface="Satoshi Light" pitchFamily="50" charset="0"/>
      <p:regular r:id="rId32"/>
    </p:embeddedFont>
    <p:embeddedFont>
      <p:font typeface="Satoshi Medium" pitchFamily="50" charset="0"/>
      <p:regular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521415D9-36F7-43E2-AB2F-B90AF26B5E84}">
      <p14:sectionLst xmlns:p14="http://schemas.microsoft.com/office/powerpoint/2010/main">
        <p14:section name="Portada" id="{7B9B47B4-CE0B-4949-A4CE-9DC1AAA73F19}">
          <p14:sldIdLst>
            <p14:sldId id="475"/>
            <p14:sldId id="394"/>
          </p14:sldIdLst>
        </p14:section>
        <p14:section name="Índice" id="{AB1FE699-A967-433F-BFC9-767F67433B47}">
          <p14:sldIdLst>
            <p14:sldId id="478"/>
            <p14:sldId id="480"/>
            <p14:sldId id="479"/>
          </p14:sldIdLst>
        </p14:section>
        <p14:section name="Separadores" id="{A0E3EB07-6089-4017-A825-613670C011DC}">
          <p14:sldIdLst>
            <p14:sldId id="401"/>
          </p14:sldIdLst>
        </p14:section>
        <p14:section name="Títulos y subtítulos" id="{AE7AA41A-F276-4F93-B292-3E5A6256AE71}">
          <p14:sldIdLst>
            <p14:sldId id="481"/>
            <p14:sldId id="402"/>
          </p14:sldIdLst>
        </p14:section>
        <p14:section name="Ideas principales" id="{A928A9B8-67C3-4EC3-92EB-83486B329047}">
          <p14:sldIdLst>
            <p14:sldId id="428"/>
          </p14:sldIdLst>
        </p14:section>
        <p14:section name="Contenido con texto" id="{AF9F2E03-E714-4E27-AB66-46772E0B289F}">
          <p14:sldIdLst>
            <p14:sldId id="435"/>
            <p14:sldId id="421"/>
            <p14:sldId id="404"/>
            <p14:sldId id="425"/>
            <p14:sldId id="403"/>
            <p14:sldId id="434"/>
            <p14:sldId id="413"/>
          </p14:sldIdLst>
        </p14:section>
        <p14:section name="Cierres" id="{D28F91B4-7149-4D74-83CB-B0141AE30D39}">
          <p14:sldIdLst>
            <p14:sldId id="395"/>
          </p14:sldIdLst>
        </p14:section>
        <p14:section name="Guía de uso" id="{01BEA973-B068-4DD9-A982-E16B21FA209B}">
          <p14:sldIdLst>
            <p14:sldId id="453"/>
            <p14:sldId id="464"/>
            <p14:sldId id="465"/>
          </p14:sldIdLst>
        </p14:section>
      </p14:sectionLst>
    </p:ext>
    <p:ext uri="{EFAFB233-063F-42B5-8137-9DF3F51BA10A}">
      <p15:sldGuideLst xmlns:p15="http://schemas.microsoft.com/office/powerpoint/2012/main">
        <p15:guide id="2" pos="2880" userDrawn="1">
          <p15:clr>
            <a:srgbClr val="A4A3A4"/>
          </p15:clr>
        </p15:guide>
        <p15:guide id="3" orient="horz" pos="15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31D8D"/>
    <a:srgbClr val="E6E6DC"/>
    <a:srgbClr val="999999"/>
    <a:srgbClr val="CFD8DC"/>
    <a:srgbClr val="92D050"/>
    <a:srgbClr val="00B050"/>
    <a:srgbClr val="C67B1B"/>
    <a:srgbClr val="FFBA00"/>
    <a:srgbClr val="4A20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3725" autoAdjust="0"/>
  </p:normalViewPr>
  <p:slideViewPr>
    <p:cSldViewPr snapToGrid="0" showGuides="1">
      <p:cViewPr varScale="1">
        <p:scale>
          <a:sx n="105" d="100"/>
          <a:sy n="105" d="100"/>
        </p:scale>
        <p:origin x="782" y="77"/>
      </p:cViewPr>
      <p:guideLst>
        <p:guide pos="2880"/>
        <p:guide orient="horz" pos="157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370B3852-3DFC-28CF-039E-C2516A0D40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DB4240-6FDD-C3CE-8EAF-7C7297FC112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17F2A7-FF5A-4842-85F4-E6449B07941F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9814836-18D3-1A2E-2301-FA893ECEE6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ES"/>
              <a:t>1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0FDAFD-4CD6-112B-A984-9F01F94B8B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D53C60-F23F-416B-B923-3BEC5606CFE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4735292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dt" idx="10"/>
          </p:nvPr>
        </p:nvSpPr>
        <p:spPr>
          <a:xfrm>
            <a:off x="3282462" y="8685213"/>
            <a:ext cx="117658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" name="Google Shape;5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●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○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■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●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○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■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●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○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Char char="■"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ftr" idx="11"/>
          </p:nvPr>
        </p:nvSpPr>
        <p:spPr>
          <a:xfrm>
            <a:off x="69545" y="86868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r>
              <a:rPr lang="es-ES"/>
              <a:t>1</a:t>
            </a:r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sldNum" idx="12"/>
          </p:nvPr>
        </p:nvSpPr>
        <p:spPr>
          <a:xfrm>
            <a:off x="5967045" y="8685213"/>
            <a:ext cx="88936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"/>
              <a:buFont typeface="Arial" panose="020B0604020202020204"/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FF48-58B9-0EB5-EA73-F51E3CFB1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837E3EE-AC2F-CE52-B613-1F8A4C584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846C52-725D-C5CF-5105-49EBC68C3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60A425-EAAB-2B43-7FCA-6F323B62357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96175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761A4-D707-7777-916B-3A28DBD73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B0AE3E5-0A51-F528-5F37-1B59250C9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FF1AF3A-0D5E-F7B3-072E-573916A41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23205D-5D7A-7441-E082-D2281B3736C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08314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4C39-4C55-68D7-94B4-87A987B7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B210E82-15DD-431E-319C-CE56FC2739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CE0FD44-8640-CC85-6FDB-8F0FDC0A0A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5EA2C5-CC7C-9A76-CEC4-67F6AA81816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90106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959AC-AE97-4027-F0B6-D6C05714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840D8BA-3A8C-5C25-933A-F19551581B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4C9A13A-3EF2-344D-4031-3516E405B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42E1F5-C5C8-FBB7-8C16-67D15E563B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72983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C7B39-429B-5240-7B6B-B23EA4CF6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1A695A5-780E-8C7C-9895-2C1E2034C7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45D43B8-E2FC-AEB1-0AB5-F3005EE8A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242393-56DB-B977-5C0C-3FD889064E6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049882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80385-9A71-2B5D-9028-9C733096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F2157F-69FE-4D3E-660A-86DD38417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1E84D9-09C8-8F17-32DD-B0D84F3E7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5C3738-B770-2AB5-DD12-F1F8F295CFD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699736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28B7B-980B-3407-51EB-1DBEDF60F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40D5A9-D583-86BD-F6C6-72F0CCEE7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5332058-0C2D-8E93-E14C-2277C6B7E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D0E8D6-32E1-2F65-86A7-A6E51671EA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552006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46883-477F-D7FB-A1DF-29319326C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2CDF48-D8E6-9E00-1AF3-7CDE0D584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2839F14-B42B-FA5E-168E-EB3E03442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B7241F-5C29-592F-6641-5A4FEFB958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188523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7EF33-B996-AFFD-166A-94354A9F2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8F3FED3-BEC2-4A94-B632-662B1CE2C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F17C4CB-338C-7CF3-7730-3DD119759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702B90E-A11F-0B0B-9CF7-F1E49BBB3B0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82865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7A9C4-6B04-0080-30A0-5FBAB66E9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111CA9C-D8BA-71A8-E9B7-185631DF9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574C7A-B9AB-7F69-0FE5-A1DB3A53C0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CBEAD4-12D5-E18E-81B0-67DD266CE48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799920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7FA21-4AF5-EFA4-4C22-DDD6E58F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20FC258-3A27-7049-0D82-94F9FB39E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301216F-5C6A-6A1F-8C2A-1624AE9050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C88C79-650C-B72E-06A6-7DEA5B7A768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28012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E790D-CE5D-7D3D-0978-4C5D4F44D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17BA36-DEE4-C0B8-E64A-1BF46525E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89F684-FCFE-E666-4B9B-E7989C38A9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203066-5FDA-9B45-F876-6B231AC3C54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6525168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431B-6895-25B4-949B-93616A37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F25F8E-F0AF-3376-8DE4-1FC507EB3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31C9BDA-1146-EF55-B688-1695E02E9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62DC2B-C253-A319-88DC-15BC901D0B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840027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0BFE4-6720-A4B8-611B-C899D5902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1B5517-4BB0-9462-1E74-8FC43F187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A2D9886-ACDB-92D0-F7E6-D5D58E74C7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BDDA29-47D8-93D6-A151-CBCF229FEB5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374035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BB373-46F2-46FE-DD81-F76EB78BD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45AE118-62B6-0227-9424-83EADBC8A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440497C-DE93-EF38-5BF1-62F9D7232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074424-24F8-F397-7F8D-7958BF8DDF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64060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BC08D-0593-BCAA-6243-26C11D8B4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C815C7A-AC8A-C224-4095-A82150B0A7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0D97543-329A-A770-A48E-48A5AE184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F4BBAB-2EB8-1B3E-CFFE-D5BDCBD97D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656516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B8A8D-BF97-6D31-DE5F-414882807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4781446-9559-EF17-E5F7-5B98DFAD10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E8588F-8142-F69C-43E2-E5AD8DCDB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4700EC-8247-08AE-09CC-324DE083298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33939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0152B-77DC-399E-1527-92CCC8C79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B581D50-1DC5-A041-205D-6B71061E99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9CBCAE-5431-DBB3-3744-EAD0D3BA7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D1E457-B3A6-F406-D974-781D32D3B23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s-E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41409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confinder.com/" TargetMode="External"/><Relationship Id="rId13" Type="http://schemas.openxmlformats.org/officeDocument/2006/relationships/image" Target="../media/image5.png"/><Relationship Id="rId3" Type="http://schemas.openxmlformats.org/officeDocument/2006/relationships/hyperlink" Target="https://www.freepik.es/" TargetMode="External"/><Relationship Id="rId7" Type="http://schemas.openxmlformats.org/officeDocument/2006/relationships/hyperlink" Target="https://www.flaticon.es/" TargetMode="External"/><Relationship Id="rId12" Type="http://schemas.openxmlformats.org/officeDocument/2006/relationships/hyperlink" Target="https://lifeofvids.com/" TargetMode="External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unsplash.com/" TargetMode="External"/><Relationship Id="rId11" Type="http://schemas.openxmlformats.org/officeDocument/2006/relationships/hyperlink" Target="pixabay.com/videos/" TargetMode="External"/><Relationship Id="rId5" Type="http://schemas.openxmlformats.org/officeDocument/2006/relationships/hyperlink" Target="https://pixabay.com/" TargetMode="External"/><Relationship Id="rId10" Type="http://schemas.openxmlformats.org/officeDocument/2006/relationships/hyperlink" Target="https://www.pexels.com/videos" TargetMode="External"/><Relationship Id="rId4" Type="http://schemas.openxmlformats.org/officeDocument/2006/relationships/hyperlink" Target="https://www.pexels.com/" TargetMode="External"/><Relationship Id="rId9" Type="http://schemas.openxmlformats.org/officeDocument/2006/relationships/hyperlink" Target="https://www.freepik.com/ic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userDrawn="1">
  <p:cSld name="bg_whit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arcador de número de diapositiva 2">
            <a:extLst>
              <a:ext uri="{FF2B5EF4-FFF2-40B4-BE49-F238E27FC236}">
                <a16:creationId xmlns:a16="http://schemas.microsoft.com/office/drawing/2014/main" id="{1A715D51-E95A-197C-FD9F-3B97CB487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sz="700" dirty="0"/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3988A4EF-7A37-6E52-5389-8BDFADC2F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1880989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Título del documento de la presentación</a:t>
            </a:r>
            <a:endParaRPr lang="es-ES" sz="7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B6D9536-7707-70D6-2316-891D74323E74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accent1"/>
          </a:solidFill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57AD6C8-384B-9E11-6973-B6F51A7BC670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8A23FC5-82A5-01E4-FEDD-EFB0F42EFB26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2A65E44-977E-B0BA-ABE1-73B0B202EDF3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pic>
        <p:nvPicPr>
          <p:cNvPr id="29" name="Google Shape;11;g189806ca93b_0_448">
            <a:extLst>
              <a:ext uri="{FF2B5EF4-FFF2-40B4-BE49-F238E27FC236}">
                <a16:creationId xmlns:a16="http://schemas.microsoft.com/office/drawing/2014/main" id="{8EEB8676-949F-AF9F-D274-8728AFCB7E11}"/>
              </a:ext>
            </a:extLst>
          </p:cNvPr>
          <p:cNvPicPr preferRelativeResize="0"/>
          <p:nvPr userDrawn="1"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bg_fre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4074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 preserve="1">
  <p:cSld name="Portada_degrad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1;g189806ca93b_0_448">
            <a:extLst>
              <a:ext uri="{FF2B5EF4-FFF2-40B4-BE49-F238E27FC236}">
                <a16:creationId xmlns:a16="http://schemas.microsoft.com/office/drawing/2014/main" id="{5B124C79-503D-A255-BC8A-158E0C278C56}"/>
              </a:ext>
            </a:extLst>
          </p:cNvPr>
          <p:cNvPicPr preferRelativeResize="0"/>
          <p:nvPr userDrawn="1"/>
        </p:nvPicPr>
        <p:blipFill>
          <a:blip>
            <a:alphaModFix amt="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2;g2a58531e4c3_0_69">
            <a:extLst>
              <a:ext uri="{FF2B5EF4-FFF2-40B4-BE49-F238E27FC236}">
                <a16:creationId xmlns:a16="http://schemas.microsoft.com/office/drawing/2014/main" id="{871B5C45-2FAB-C8DE-336E-995BE2F340B8}"/>
              </a:ext>
            </a:extLst>
          </p:cNvPr>
          <p:cNvPicPr preferRelativeResize="0"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117" r="8117"/>
          <a:stretch/>
        </p:blipFill>
        <p:spPr>
          <a:xfrm>
            <a:off x="7871004" y="4764379"/>
            <a:ext cx="1150943" cy="2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9;g2a58531e4c3_0_69">
            <a:extLst>
              <a:ext uri="{FF2B5EF4-FFF2-40B4-BE49-F238E27FC236}">
                <a16:creationId xmlns:a16="http://schemas.microsoft.com/office/drawing/2014/main" id="{5157B43B-E1A2-76F9-1C30-53BB5D39A4A8}"/>
              </a:ext>
            </a:extLst>
          </p:cNvPr>
          <p:cNvSpPr txBox="1"/>
          <p:nvPr userDrawn="1"/>
        </p:nvSpPr>
        <p:spPr>
          <a:xfrm>
            <a:off x="3756112" y="4764379"/>
            <a:ext cx="1631775" cy="30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s-ES" sz="900" b="1" i="0" u="none" strike="noStrike" cap="none" dirty="0">
                <a:solidFill>
                  <a:srgbClr val="FDFDFD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www.futurespace.es </a:t>
            </a:r>
          </a:p>
        </p:txBody>
      </p:sp>
      <p:pic>
        <p:nvPicPr>
          <p:cNvPr id="3" name="Gráfico 3">
            <a:extLst>
              <a:ext uri="{FF2B5EF4-FFF2-40B4-BE49-F238E27FC236}">
                <a16:creationId xmlns:a16="http://schemas.microsoft.com/office/drawing/2014/main" id="{BF6E6232-2428-09A2-9D18-DA41879A571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679919" y="135972"/>
            <a:ext cx="1309208" cy="6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99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 preserve="1" userDrawn="1">
  <p:cSld name="Portada_imagen_select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imagen 12">
            <a:extLst>
              <a:ext uri="{FF2B5EF4-FFF2-40B4-BE49-F238E27FC236}">
                <a16:creationId xmlns:a16="http://schemas.microsoft.com/office/drawing/2014/main" id="{75B3CD12-50F7-FA13-E773-C6E672CB4C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46010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s-E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1BB9D4D-87A8-8821-548C-8BF77F195773}"/>
              </a:ext>
            </a:extLst>
          </p:cNvPr>
          <p:cNvSpPr/>
          <p:nvPr userDrawn="1"/>
        </p:nvSpPr>
        <p:spPr>
          <a:xfrm>
            <a:off x="0" y="0"/>
            <a:ext cx="9144000" cy="4601029"/>
          </a:xfrm>
          <a:prstGeom prst="rect">
            <a:avLst/>
          </a:prstGeom>
          <a:gradFill>
            <a:gsLst>
              <a:gs pos="100000">
                <a:schemeClr val="tx1">
                  <a:lumMod val="100000"/>
                  <a:alpha val="10000"/>
                </a:schemeClr>
              </a:gs>
              <a:gs pos="25000">
                <a:schemeClr val="tx1"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lt1"/>
                </a:solidFill>
              </a:defRPr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 lang="es-ES" dirty="0"/>
          </a:p>
        </p:txBody>
      </p:sp>
      <p:pic>
        <p:nvPicPr>
          <p:cNvPr id="9" name="Google Shape;112;g2a58531e4c3_0_69">
            <a:extLst>
              <a:ext uri="{FF2B5EF4-FFF2-40B4-BE49-F238E27FC236}">
                <a16:creationId xmlns:a16="http://schemas.microsoft.com/office/drawing/2014/main" id="{871B5C45-2FAB-C8DE-336E-995BE2F340B8}"/>
              </a:ext>
            </a:extLst>
          </p:cNvPr>
          <p:cNvPicPr preferRelativeResize="0"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8117" r="8117"/>
          <a:stretch/>
        </p:blipFill>
        <p:spPr>
          <a:xfrm>
            <a:off x="7871004" y="4764379"/>
            <a:ext cx="1150943" cy="27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13;g2a58531e4c3_0_69">
            <a:extLst>
              <a:ext uri="{FF2B5EF4-FFF2-40B4-BE49-F238E27FC236}">
                <a16:creationId xmlns:a16="http://schemas.microsoft.com/office/drawing/2014/main" id="{624D4EB0-108B-DB10-E0E1-D7F90BA6B1F3}"/>
              </a:ext>
            </a:extLst>
          </p:cNvPr>
          <p:cNvSpPr txBox="1"/>
          <p:nvPr userDrawn="1"/>
        </p:nvSpPr>
        <p:spPr>
          <a:xfrm>
            <a:off x="129310" y="4814858"/>
            <a:ext cx="2595577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ES" sz="1000" b="0" i="0" u="none" strike="noStrike" cap="none">
                <a:solidFill>
                  <a:schemeClr val="tx1"/>
                </a:solidFill>
                <a:latin typeface="Satoshi Medium" pitchFamily="50" charset="0"/>
                <a:ea typeface="Montserrat" panose="00000500000000000000"/>
                <a:cs typeface="Montserrat" panose="00000500000000000000"/>
                <a:sym typeface="Montserrat" panose="00000500000000000000"/>
              </a:rPr>
              <a:t>Donde el futuro se hace </a:t>
            </a:r>
            <a:r>
              <a:rPr lang="es-ES" sz="1200" b="1" i="0" u="none" strike="noStrike" cap="none">
                <a:solidFill>
                  <a:schemeClr val="accent1"/>
                </a:solidFill>
                <a:latin typeface="Satoshi" pitchFamily="50" charset="0"/>
                <a:ea typeface="Montserrat" panose="00000500000000000000"/>
                <a:cs typeface="Montserrat" panose="00000500000000000000"/>
                <a:sym typeface="Montserrat" panose="00000500000000000000"/>
              </a:rPr>
              <a:t>presente</a:t>
            </a:r>
            <a:endParaRPr lang="es-ES" sz="1200" b="1" i="0" u="none" strike="noStrike" cap="none" dirty="0">
              <a:solidFill>
                <a:schemeClr val="accent1"/>
              </a:solidFill>
              <a:latin typeface="Satoshi" pitchFamily="50" charset="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4" name="Google Shape;109;g2a58531e4c3_0_69">
            <a:extLst>
              <a:ext uri="{FF2B5EF4-FFF2-40B4-BE49-F238E27FC236}">
                <a16:creationId xmlns:a16="http://schemas.microsoft.com/office/drawing/2014/main" id="{C3252EF4-03C7-874E-AD36-44D3F2176AC6}"/>
              </a:ext>
            </a:extLst>
          </p:cNvPr>
          <p:cNvSpPr txBox="1"/>
          <p:nvPr userDrawn="1"/>
        </p:nvSpPr>
        <p:spPr>
          <a:xfrm>
            <a:off x="3756112" y="4796586"/>
            <a:ext cx="1631775" cy="202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s-ES" sz="900" b="0" i="0" u="none" strike="noStrike" cap="none" dirty="0">
                <a:solidFill>
                  <a:schemeClr val="tx1"/>
                </a:solidFill>
                <a:latin typeface="Satoshi Medium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www.futurespace.es </a:t>
            </a:r>
          </a:p>
        </p:txBody>
      </p:sp>
      <p:pic>
        <p:nvPicPr>
          <p:cNvPr id="6" name="Google Shape;112;g2a58531e4c3_0_69">
            <a:extLst>
              <a:ext uri="{FF2B5EF4-FFF2-40B4-BE49-F238E27FC236}">
                <a16:creationId xmlns:a16="http://schemas.microsoft.com/office/drawing/2014/main" id="{65B3C4C8-5E05-7D90-5691-D8078C66E6FD}"/>
              </a:ext>
            </a:extLst>
          </p:cNvPr>
          <p:cNvPicPr preferRelativeResize="0"/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17" r="8117"/>
          <a:stretch/>
        </p:blipFill>
        <p:spPr>
          <a:xfrm>
            <a:off x="7863747" y="4732727"/>
            <a:ext cx="1150943" cy="2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1;g189806ca93b_0_448">
            <a:extLst>
              <a:ext uri="{FF2B5EF4-FFF2-40B4-BE49-F238E27FC236}">
                <a16:creationId xmlns:a16="http://schemas.microsoft.com/office/drawing/2014/main" id="{9C77D65D-358E-75FE-69A7-9685F5F0122B}"/>
              </a:ext>
            </a:extLst>
          </p:cNvPr>
          <p:cNvPicPr preferRelativeResize="0"/>
          <p:nvPr userDrawn="1"/>
        </p:nvPicPr>
        <p:blipFill>
          <a:blip>
            <a:alphaModFix amt="5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ráfico 3">
            <a:extLst>
              <a:ext uri="{FF2B5EF4-FFF2-40B4-BE49-F238E27FC236}">
                <a16:creationId xmlns:a16="http://schemas.microsoft.com/office/drawing/2014/main" id="{585B98EF-A1D6-111A-7D28-3C2B7F11985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7679919" y="135972"/>
            <a:ext cx="1309208" cy="6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783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Texto_imagenes_3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posición de imagen 12">
            <a:extLst>
              <a:ext uri="{FF2B5EF4-FFF2-40B4-BE49-F238E27FC236}">
                <a16:creationId xmlns:a16="http://schemas.microsoft.com/office/drawing/2014/main" id="{631899F9-9FA8-9578-546D-98ADA2624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9130754" cy="5143500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17" name="Marcador de número de diapositiva 2">
            <a:extLst>
              <a:ext uri="{FF2B5EF4-FFF2-40B4-BE49-F238E27FC236}">
                <a16:creationId xmlns:a16="http://schemas.microsoft.com/office/drawing/2014/main" id="{1A715D51-E95A-197C-FD9F-3B97CB487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sz="700" dirty="0"/>
          </a:p>
        </p:txBody>
      </p:sp>
      <p:pic>
        <p:nvPicPr>
          <p:cNvPr id="29" name="Google Shape;11;g189806ca93b_0_448">
            <a:extLst>
              <a:ext uri="{FF2B5EF4-FFF2-40B4-BE49-F238E27FC236}">
                <a16:creationId xmlns:a16="http://schemas.microsoft.com/office/drawing/2014/main" id="{8EEB8676-949F-AF9F-D274-8728AFCB7E11}"/>
              </a:ext>
            </a:extLst>
          </p:cNvPr>
          <p:cNvPicPr preferRelativeResize="0"/>
          <p:nvPr userDrawn="1"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3988A4EF-7A37-6E52-5389-8BDFADC2F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1880989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Título del documento de la presentación</a:t>
            </a:r>
            <a:endParaRPr lang="es-ES" sz="700"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2B6D9536-7707-70D6-2316-891D74323E74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accent1"/>
          </a:solidFill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357AD6C8-384B-9E11-6973-B6F51A7BC670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78A23FC5-82A5-01E4-FEDD-EFB0F42EFB26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92A65E44-977E-B0BA-ABE1-73B0B202EDF3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9407894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bg_blu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031FC4B7-EA21-0AAC-772B-126DB9E1A9C0}"/>
              </a:ext>
            </a:extLst>
          </p:cNvPr>
          <p:cNvSpPr/>
          <p:nvPr userDrawn="1"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7" name="Marcador de número de diapositiva 2">
            <a:extLst>
              <a:ext uri="{FF2B5EF4-FFF2-40B4-BE49-F238E27FC236}">
                <a16:creationId xmlns:a16="http://schemas.microsoft.com/office/drawing/2014/main" id="{1A715D51-E95A-197C-FD9F-3B97CB487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3988A4EF-7A37-6E52-5389-8BDFADC2F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1880989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Título del documento de la presentación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B6D9536-7707-70D6-2316-891D74323E74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bg1"/>
          </a:solidFill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57AD6C8-384B-9E11-6973-B6F51A7BC670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8A23FC5-82A5-01E4-FEDD-EFB0F42EFB26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2A65E44-977E-B0BA-ABE1-73B0B202EDF3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pic>
        <p:nvPicPr>
          <p:cNvPr id="29" name="Google Shape;11;g189806ca93b_0_448">
            <a:extLst>
              <a:ext uri="{FF2B5EF4-FFF2-40B4-BE49-F238E27FC236}">
                <a16:creationId xmlns:a16="http://schemas.microsoft.com/office/drawing/2014/main" id="{8EEB8676-949F-AF9F-D274-8728AFCB7E11}"/>
              </a:ext>
            </a:extLst>
          </p:cNvPr>
          <p:cNvPicPr preferRelativeResize="0"/>
          <p:nvPr userDrawn="1"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13391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Background_blu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1DC0EC3-F5D8-A0E6-FDDD-3C5ABC7F9FB2}"/>
              </a:ext>
            </a:extLst>
          </p:cNvPr>
          <p:cNvSpPr/>
          <p:nvPr userDrawn="1"/>
        </p:nvSpPr>
        <p:spPr>
          <a:xfrm>
            <a:off x="2811780" y="0"/>
            <a:ext cx="633222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7" name="Marcador de número de diapositiva 2">
            <a:extLst>
              <a:ext uri="{FF2B5EF4-FFF2-40B4-BE49-F238E27FC236}">
                <a16:creationId xmlns:a16="http://schemas.microsoft.com/office/drawing/2014/main" id="{1A715D51-E95A-197C-FD9F-3B97CB487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3988A4EF-7A37-6E52-5389-8BDFADC2F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1880989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Título del documento de la presentación</a:t>
            </a:r>
            <a:endParaRPr lang="es-ES" sz="7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B6D9536-7707-70D6-2316-891D74323E74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accent1"/>
          </a:solidFill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57AD6C8-384B-9E11-6973-B6F51A7BC670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8A23FC5-82A5-01E4-FEDD-EFB0F42EFB26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2A65E44-977E-B0BA-ABE1-73B0B202EDF3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pic>
        <p:nvPicPr>
          <p:cNvPr id="29" name="Google Shape;11;g189806ca93b_0_448">
            <a:extLst>
              <a:ext uri="{FF2B5EF4-FFF2-40B4-BE49-F238E27FC236}">
                <a16:creationId xmlns:a16="http://schemas.microsoft.com/office/drawing/2014/main" id="{8EEB8676-949F-AF9F-D274-8728AFCB7E11}"/>
              </a:ext>
            </a:extLst>
          </p:cNvPr>
          <p:cNvPicPr preferRelativeResize="0"/>
          <p:nvPr userDrawn="1"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32082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bg_light_blu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031FC4B7-EA21-0AAC-772B-126DB9E1A9C0}"/>
              </a:ext>
            </a:extLst>
          </p:cNvPr>
          <p:cNvSpPr/>
          <p:nvPr userDrawn="1"/>
        </p:nvSpPr>
        <p:spPr>
          <a:xfrm>
            <a:off x="0" y="0"/>
            <a:ext cx="9144001" cy="5143500"/>
          </a:xfrm>
          <a:prstGeom prst="rect">
            <a:avLst/>
          </a:prstGeom>
          <a:solidFill>
            <a:srgbClr val="E8F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7" name="Marcador de número de diapositiva 2">
            <a:extLst>
              <a:ext uri="{FF2B5EF4-FFF2-40B4-BE49-F238E27FC236}">
                <a16:creationId xmlns:a16="http://schemas.microsoft.com/office/drawing/2014/main" id="{1A715D51-E95A-197C-FD9F-3B97CB487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sz="700" dirty="0"/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3988A4EF-7A37-6E52-5389-8BDFADC2F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1880989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Título del documento de la presentación</a:t>
            </a:r>
            <a:endParaRPr lang="es-ES" sz="7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B6D9536-7707-70D6-2316-891D74323E74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accent1"/>
          </a:solidFill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57AD6C8-384B-9E11-6973-B6F51A7BC670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8A23FC5-82A5-01E4-FEDD-EFB0F42EFB26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2A65E44-977E-B0BA-ABE1-73B0B202EDF3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pic>
        <p:nvPicPr>
          <p:cNvPr id="29" name="Google Shape;11;g189806ca93b_0_448">
            <a:extLst>
              <a:ext uri="{FF2B5EF4-FFF2-40B4-BE49-F238E27FC236}">
                <a16:creationId xmlns:a16="http://schemas.microsoft.com/office/drawing/2014/main" id="{8EEB8676-949F-AF9F-D274-8728AFCB7E11}"/>
              </a:ext>
            </a:extLst>
          </p:cNvPr>
          <p:cNvPicPr preferRelativeResize="0"/>
          <p:nvPr userDrawn="1"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154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preserve="1" userDrawn="1">
  <p:cSld name="Background_light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ángulo 24">
            <a:extLst>
              <a:ext uri="{FF2B5EF4-FFF2-40B4-BE49-F238E27FC236}">
                <a16:creationId xmlns:a16="http://schemas.microsoft.com/office/drawing/2014/main" id="{878A67B8-55BF-058C-A619-BDC70AB34AB0}"/>
              </a:ext>
            </a:extLst>
          </p:cNvPr>
          <p:cNvSpPr/>
          <p:nvPr userDrawn="1"/>
        </p:nvSpPr>
        <p:spPr>
          <a:xfrm>
            <a:off x="3208020" y="0"/>
            <a:ext cx="593598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2"/>
              </a:solidFill>
            </a:endParaRPr>
          </a:p>
        </p:txBody>
      </p:sp>
      <p:pic>
        <p:nvPicPr>
          <p:cNvPr id="29" name="Google Shape;11;g189806ca93b_0_448">
            <a:extLst>
              <a:ext uri="{FF2B5EF4-FFF2-40B4-BE49-F238E27FC236}">
                <a16:creationId xmlns:a16="http://schemas.microsoft.com/office/drawing/2014/main" id="{8EEB8676-949F-AF9F-D274-8728AFCB7E11}"/>
              </a:ext>
            </a:extLst>
          </p:cNvPr>
          <p:cNvPicPr preferRelativeResize="0"/>
          <p:nvPr userDrawn="1"/>
        </p:nvPicPr>
        <p:blipFill>
          <a:blip>
            <a:alphaModFix amt="3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Marcador de número de diapositiva 2">
            <a:extLst>
              <a:ext uri="{FF2B5EF4-FFF2-40B4-BE49-F238E27FC236}">
                <a16:creationId xmlns:a16="http://schemas.microsoft.com/office/drawing/2014/main" id="{1A715D51-E95A-197C-FD9F-3B97CB487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sz="700" dirty="0"/>
          </a:p>
        </p:txBody>
      </p:sp>
      <p:sp>
        <p:nvSpPr>
          <p:cNvPr id="18" name="Marcador de pie de página 3">
            <a:extLst>
              <a:ext uri="{FF2B5EF4-FFF2-40B4-BE49-F238E27FC236}">
                <a16:creationId xmlns:a16="http://schemas.microsoft.com/office/drawing/2014/main" id="{3988A4EF-7A37-6E52-5389-8BDFADC2F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1880989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Título del documento de la presentación</a:t>
            </a:r>
            <a:endParaRPr lang="es-ES" sz="70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2B6D9536-7707-70D6-2316-891D74323E74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accent1"/>
          </a:solidFill>
        </p:grpSpPr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357AD6C8-384B-9E11-6973-B6F51A7BC670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78A23FC5-82A5-01E4-FEDD-EFB0F42EFB26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22" name="Forma libre: forma 21">
              <a:extLst>
                <a:ext uri="{FF2B5EF4-FFF2-40B4-BE49-F238E27FC236}">
                  <a16:creationId xmlns:a16="http://schemas.microsoft.com/office/drawing/2014/main" id="{92A65E44-977E-B0BA-ABE1-73B0B202EDF3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3771465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 preserve="1">
  <p:cSld name="Contraportada_blu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58531e4c3_0_69"/>
          <p:cNvSpPr txBox="1"/>
          <p:nvPr/>
        </p:nvSpPr>
        <p:spPr>
          <a:xfrm>
            <a:off x="1179892" y="1668646"/>
            <a:ext cx="6682740" cy="724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s-ES" sz="5000" b="1" i="0" u="none" strike="noStrike" cap="none" dirty="0">
                <a:solidFill>
                  <a:srgbClr val="FDFDFD"/>
                </a:solidFill>
                <a:latin typeface="Satoshi" pitchFamily="50" charset="0"/>
                <a:ea typeface="Montserrat SemiBold" panose="00000700000000000000"/>
                <a:cs typeface="Montserrat SemiBold" panose="00000700000000000000"/>
                <a:sym typeface="Montserrat SemiBold" panose="00000700000000000000"/>
              </a:rPr>
              <a:t>MUCHAS GRACIAS </a:t>
            </a:r>
            <a:endParaRPr sz="5000" b="1" i="0" u="none" strike="noStrike" cap="none" dirty="0">
              <a:solidFill>
                <a:srgbClr val="FDFDFD"/>
              </a:solidFill>
              <a:latin typeface="Satoshi" pitchFamily="50" charset="0"/>
              <a:ea typeface="Montserrat SemiBold" panose="00000700000000000000"/>
              <a:cs typeface="Montserrat SemiBold" panose="00000700000000000000"/>
              <a:sym typeface="Montserrat SemiBold" panose="00000700000000000000"/>
            </a:endParaRPr>
          </a:p>
        </p:txBody>
      </p:sp>
      <p:sp>
        <p:nvSpPr>
          <p:cNvPr id="109" name="Google Shape;109;g2a58531e4c3_0_69"/>
          <p:cNvSpPr txBox="1"/>
          <p:nvPr/>
        </p:nvSpPr>
        <p:spPr>
          <a:xfrm>
            <a:off x="95425" y="4266146"/>
            <a:ext cx="3344700" cy="30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s-ES" sz="500" b="1" i="0" u="none" strike="noStrike" cap="none" dirty="0">
                <a:solidFill>
                  <a:srgbClr val="FDFDFD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T. +34 916 586 609 | </a:t>
            </a:r>
            <a:r>
              <a:rPr lang="es-ES" sz="500" b="1" i="0" u="sng" strike="noStrike" cap="none" dirty="0">
                <a:solidFill>
                  <a:srgbClr val="FDFDFD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contacto@futurespace.es</a:t>
            </a:r>
            <a:r>
              <a:rPr lang="es-ES" sz="500" b="1" i="0" u="none" strike="noStrike" cap="none" dirty="0">
                <a:solidFill>
                  <a:srgbClr val="FDFDFD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 | </a:t>
            </a:r>
            <a:r>
              <a:rPr lang="es-ES" sz="500" b="1" i="0" u="sng" strike="noStrike" cap="none" dirty="0">
                <a:solidFill>
                  <a:srgbClr val="FDFDFD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www.futurespace.es  </a:t>
            </a:r>
          </a:p>
          <a:p>
            <a:pPr>
              <a:lnSpc>
                <a:spcPct val="120000"/>
              </a:lnSpc>
            </a:pPr>
            <a:r>
              <a:rPr lang="es-ES" sz="500" b="1" i="0" u="none" strike="noStrike" cap="none" dirty="0">
                <a:solidFill>
                  <a:srgbClr val="FDFDFD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Avda. Isla Graciosa, 7, </a:t>
            </a:r>
            <a:r>
              <a:rPr lang="es-ES" sz="500" b="1" i="0" u="none" strike="noStrike" cap="none" dirty="0">
                <a:solidFill>
                  <a:srgbClr val="FDFDFD"/>
                </a:solidFill>
                <a:latin typeface="Satoshi" pitchFamily="50" charset="0"/>
                <a:cs typeface="Arial" panose="020B0604020202020204"/>
                <a:sym typeface="Arial" panose="020B0604020202020204"/>
              </a:rPr>
              <a:t>Pl. baja</a:t>
            </a:r>
            <a:r>
              <a:rPr lang="es-ES" sz="500" b="1" i="0" u="none" strike="noStrike" cap="none" dirty="0">
                <a:solidFill>
                  <a:srgbClr val="FDFDFD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. 28703 San Sebastián de los Reyes, Madrid.</a:t>
            </a:r>
            <a:endParaRPr sz="500" b="1" i="0" u="none" strike="noStrike" cap="none" dirty="0">
              <a:solidFill>
                <a:srgbClr val="FFFFFF"/>
              </a:solidFill>
              <a:latin typeface="Satoshi" pitchFamily="50" charset="0"/>
              <a:ea typeface="Montserrat" panose="00000500000000000000"/>
              <a:cs typeface="Arial" panose="020B0604020202020204"/>
              <a:sym typeface="Montserrat" panose="00000500000000000000"/>
            </a:endParaRPr>
          </a:p>
        </p:txBody>
      </p:sp>
      <p:sp>
        <p:nvSpPr>
          <p:cNvPr id="110" name="Google Shape;110;g2a58531e4c3_0_69"/>
          <p:cNvSpPr txBox="1"/>
          <p:nvPr/>
        </p:nvSpPr>
        <p:spPr>
          <a:xfrm>
            <a:off x="95425" y="4595691"/>
            <a:ext cx="51642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 panose="020B0604020202020204"/>
              <a:buNone/>
            </a:pPr>
            <a:r>
              <a:rPr lang="es-ES" sz="500" b="0" i="0" u="none" strike="noStrike" cap="none" dirty="0">
                <a:solidFill>
                  <a:srgbClr val="FFFFFF"/>
                </a:solidFill>
                <a:latin typeface="Satoshi Light" pitchFamily="50" charset="0"/>
                <a:ea typeface="Montserrat Light" panose="00000400000000000000"/>
                <a:cs typeface="Montserrat Light" panose="00000400000000000000"/>
                <a:sym typeface="Montserrat Light" panose="00000400000000000000"/>
              </a:rPr>
              <a:t>© [2026] Future Space, S.A. Todos los derechos de propiedad intelectual e industrial de la presentación, así como de la totalidad de los contenidos incluidos en la misma, están reservados y son titularidad de Future Space, S.A. o de sus licenciantes. Queda prohibida la reproducción, distribución, comunicación pública y transformación de la presentación y sus elementos, sin la previa autorización por parte de Future Space, S.A. Asimismo, el nombre de Future Space y los logos son marcas registradas, por lo que queda igualmente prohibido su uso, copia e imitación sin el previo consentimiento por parte de Future Space S.A.</a:t>
            </a:r>
            <a:endParaRPr sz="500" b="0" i="0" u="none" strike="noStrike" cap="none" dirty="0">
              <a:solidFill>
                <a:srgbClr val="FFFFFF"/>
              </a:solidFill>
              <a:latin typeface="Satoshi Light" pitchFamily="50" charset="0"/>
              <a:ea typeface="Montserrat Light" panose="00000400000000000000"/>
              <a:cs typeface="Montserrat Light" panose="00000400000000000000"/>
              <a:sym typeface="Montserrat Light" panose="00000400000000000000"/>
            </a:endParaRPr>
          </a:p>
        </p:txBody>
      </p:sp>
      <p:pic>
        <p:nvPicPr>
          <p:cNvPr id="112" name="Google Shape;112;g2a58531e4c3_0_69"/>
          <p:cNvPicPr preferRelativeResize="0"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117" r="8117"/>
          <a:stretch/>
        </p:blipFill>
        <p:spPr>
          <a:xfrm>
            <a:off x="7862632" y="4786150"/>
            <a:ext cx="1150943" cy="2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16;g25a5948afb4_0_0">
            <a:extLst>
              <a:ext uri="{FF2B5EF4-FFF2-40B4-BE49-F238E27FC236}">
                <a16:creationId xmlns:a16="http://schemas.microsoft.com/office/drawing/2014/main" id="{5D9E689F-FCE3-B9CD-9036-7D87AF5BD97F}"/>
              </a:ext>
            </a:extLst>
          </p:cNvPr>
          <p:cNvPicPr preferRelativeResize="0"/>
          <p:nvPr userDrawn="1"/>
        </p:nvPicPr>
        <p:blipFill rotWithShape="1">
          <a:blip r:embed="rId4">
            <a:alphaModFix amt="5000"/>
          </a:blip>
          <a:srcRect t="8991" r="5275"/>
          <a:stretch>
            <a:fillRect/>
          </a:stretch>
        </p:blipFill>
        <p:spPr>
          <a:xfrm>
            <a:off x="7141185" y="2881121"/>
            <a:ext cx="2162294" cy="27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g2a58531e4c3_0_69"/>
          <p:cNvSpPr txBox="1"/>
          <p:nvPr/>
        </p:nvSpPr>
        <p:spPr>
          <a:xfrm>
            <a:off x="1995885" y="2620271"/>
            <a:ext cx="5145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s-ES" sz="1600" b="0" i="0" u="none" strike="noStrike" cap="none" dirty="0">
                <a:solidFill>
                  <a:srgbClr val="FFFFFF"/>
                </a:solidFill>
                <a:latin typeface="Satoshi" pitchFamily="50" charset="0"/>
                <a:ea typeface="Montserrat" panose="00000500000000000000"/>
                <a:cs typeface="Montserrat" panose="00000500000000000000"/>
                <a:sym typeface="Montserrat" panose="00000500000000000000"/>
              </a:rPr>
              <a:t>Donde el futuro se hace presente</a:t>
            </a:r>
            <a:endParaRPr sz="1600" b="0" i="0" u="none" strike="noStrike" cap="none" dirty="0">
              <a:solidFill>
                <a:srgbClr val="FFFFFF"/>
              </a:solidFill>
              <a:latin typeface="Satoshi" pitchFamily="50" charset="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D539AC59-87F0-601C-D87B-0C5E3C16B8B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170919" y="3611542"/>
            <a:ext cx="1309208" cy="654604"/>
          </a:xfrm>
          <a:prstGeom prst="rect">
            <a:avLst/>
          </a:prstGeom>
        </p:spPr>
      </p:pic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AD0FC661-011D-5B5C-FF89-8F6F5E1BDC76}"/>
              </a:ext>
            </a:extLst>
          </p:cNvPr>
          <p:cNvCxnSpPr/>
          <p:nvPr userDrawn="1"/>
        </p:nvCxnSpPr>
        <p:spPr>
          <a:xfrm>
            <a:off x="1623060" y="2571750"/>
            <a:ext cx="582930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534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 preserve="1">
  <p:cSld name="Instrucciones de uso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g2a58531e4c3_0_69">
            <a:extLst>
              <a:ext uri="{FF2B5EF4-FFF2-40B4-BE49-F238E27FC236}">
                <a16:creationId xmlns:a16="http://schemas.microsoft.com/office/drawing/2014/main" id="{35F0B3FC-B123-72AD-BC1E-59A5A713291D}"/>
              </a:ext>
            </a:extLst>
          </p:cNvPr>
          <p:cNvSpPr/>
          <p:nvPr userDrawn="1"/>
        </p:nvSpPr>
        <p:spPr>
          <a:xfrm>
            <a:off x="-6928" y="0"/>
            <a:ext cx="9150927" cy="5150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6" name="Google Shape;11;g189806ca93b_0_448">
            <a:extLst>
              <a:ext uri="{FF2B5EF4-FFF2-40B4-BE49-F238E27FC236}">
                <a16:creationId xmlns:a16="http://schemas.microsoft.com/office/drawing/2014/main" id="{5B124C79-503D-A255-BC8A-158E0C278C56}"/>
              </a:ext>
            </a:extLst>
          </p:cNvPr>
          <p:cNvPicPr preferRelativeResize="0"/>
          <p:nvPr userDrawn="1"/>
        </p:nvPicPr>
        <p:blipFill>
          <a:blip>
            <a:alphaModFix amt="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BBB84199-63B2-21F0-B6C5-7D8DE3B5080B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bg1"/>
          </a:solidFill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DDABD1B8-F54B-6D8A-445F-030A21CC39DD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D40AA503-266B-F0F6-EFF6-16AA52404A65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A2575D5E-C062-4C61-24BB-0AF6C77E9E55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Marcador de pie de página 3">
            <a:extLst>
              <a:ext uri="{FF2B5EF4-FFF2-40B4-BE49-F238E27FC236}">
                <a16:creationId xmlns:a16="http://schemas.microsoft.com/office/drawing/2014/main" id="{79AFD682-99D5-FC50-55B7-C4E0D2A36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2301013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Instrucciones de uso para documentos PowerPoint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EF76AB4-3B44-D444-139D-5CADA00FD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4116287-BA5F-AA35-E792-35366DB9C8C8}"/>
              </a:ext>
            </a:extLst>
          </p:cNvPr>
          <p:cNvSpPr txBox="1"/>
          <p:nvPr userDrawn="1"/>
        </p:nvSpPr>
        <p:spPr>
          <a:xfrm>
            <a:off x="440736" y="923998"/>
            <a:ext cx="5872979" cy="5462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Las instrucciones de uso establecen las bases de nuestra identidad visual y cómo aplicarla en todos los documentos corporativos para mantener coherencia e imagen de marca. Siguiendo estas pautas, aseguramos que todos los documentos mantengan una línea visual coherente y homogénea en toda la compañía.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D6BA02-D52E-8F86-0880-8AF693AFA486}"/>
              </a:ext>
            </a:extLst>
          </p:cNvPr>
          <p:cNvSpPr txBox="1"/>
          <p:nvPr userDrawn="1"/>
        </p:nvSpPr>
        <p:spPr>
          <a:xfrm>
            <a:off x="440736" y="450262"/>
            <a:ext cx="3939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Instrucciones de uso</a:t>
            </a:r>
            <a:endParaRPr lang="es-ES" sz="2000" b="1" dirty="0">
              <a:solidFill>
                <a:schemeClr val="bg1"/>
              </a:solidFill>
              <a:latin typeface="Satoshi" pitchFamily="50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11AB270-CB76-29A3-2383-BF6A98330523}"/>
              </a:ext>
            </a:extLst>
          </p:cNvPr>
          <p:cNvSpPr txBox="1"/>
          <p:nvPr userDrawn="1"/>
        </p:nvSpPr>
        <p:spPr>
          <a:xfrm>
            <a:off x="440735" y="1645058"/>
            <a:ext cx="7148785" cy="23441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/>
              <a:t> </a:t>
            </a:r>
            <a:r>
              <a:rPr lang="es-ES" sz="1000" b="1" dirty="0">
                <a:solidFill>
                  <a:schemeClr val="bg1"/>
                </a:solidFill>
                <a:latin typeface="Satoshi" pitchFamily="50" charset="0"/>
              </a:rPr>
              <a:t>Usos correctos: 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Mantener logotipo original sin alteraciones. 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Usar paleta oficial en todo el documento. 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900" b="1" dirty="0">
                <a:solidFill>
                  <a:schemeClr val="bg1"/>
                </a:solidFill>
                <a:latin typeface="Satoshi" pitchFamily="50" charset="0"/>
              </a:rPr>
              <a:t>NO EDITAR ESTA PLANTILLA. </a:t>
            </a: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Copiar </a:t>
            </a:r>
            <a:r>
              <a:rPr lang="es-ES" sz="900" dirty="0">
                <a:solidFill>
                  <a:schemeClr val="bg1"/>
                </a:solidFill>
                <a:latin typeface="Satoshi" pitchFamily="50" charset="0"/>
                <a:sym typeface="Montserrat"/>
              </a:rPr>
              <a:t>las diapositivas de esta plantilla a una presentación editable para su posterior uso.</a:t>
            </a:r>
            <a:endParaRPr lang="es-ES" sz="900" dirty="0">
              <a:solidFill>
                <a:schemeClr val="bg1"/>
              </a:solidFill>
              <a:latin typeface="Satoshi" pitchFamily="50" charset="0"/>
            </a:endParaRP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Emplear la tipografía corporativa. 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Utilizar esta plantilla para fines comerciales y profesionales.</a:t>
            </a:r>
          </a:p>
          <a:p>
            <a:pPr>
              <a:lnSpc>
                <a:spcPct val="120000"/>
              </a:lnSpc>
            </a:pPr>
            <a:endParaRPr lang="es-ES" sz="900" dirty="0">
              <a:solidFill>
                <a:schemeClr val="bg1"/>
              </a:solidFill>
              <a:latin typeface="Satoshi" pitchFamily="50" charset="0"/>
            </a:endParaRPr>
          </a:p>
          <a:p>
            <a:pPr>
              <a:lnSpc>
                <a:spcPct val="120000"/>
              </a:lnSpc>
            </a:pPr>
            <a:r>
              <a:rPr lang="es-ES" sz="1000" b="1" dirty="0">
                <a:solidFill>
                  <a:schemeClr val="bg1"/>
                </a:solidFill>
                <a:latin typeface="Satoshi" pitchFamily="50" charset="0"/>
              </a:rPr>
              <a:t>Usos incorrectos: 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Cambiar colores del logotipo o su proporción.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Usar tipografías no corporativas. 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900" dirty="0">
                <a:solidFill>
                  <a:schemeClr val="bg1"/>
                </a:solidFill>
                <a:latin typeface="Satoshi" pitchFamily="50" charset="0"/>
                <a:sym typeface="Montserrat"/>
              </a:rPr>
              <a:t>Compartir, distribuir o enviar esta plantilla (o una versión modificada de esta plantilla) a miembros que no formen parte de nuestra entidad.</a:t>
            </a:r>
            <a:endParaRPr lang="es-ES" sz="900" dirty="0">
              <a:solidFill>
                <a:schemeClr val="bg1"/>
              </a:solidFill>
              <a:latin typeface="Satoshi" pitchFamily="50" charset="0"/>
            </a:endParaRP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Modificar cabeceras, pies de páginas, logotipos o marca de agua. 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Utilizar otras portadas o plantillas propias que no sean las corporativas. </a:t>
            </a:r>
          </a:p>
        </p:txBody>
      </p:sp>
      <p:pic>
        <p:nvPicPr>
          <p:cNvPr id="14" name="Gráfico 3">
            <a:extLst>
              <a:ext uri="{FF2B5EF4-FFF2-40B4-BE49-F238E27FC236}">
                <a16:creationId xmlns:a16="http://schemas.microsoft.com/office/drawing/2014/main" id="{328B6680-5A8F-1050-78B8-EC5B94F8BB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79919" y="135972"/>
            <a:ext cx="1309208" cy="6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3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 preserve="1">
  <p:cSld name="Instrucciones de uso_recursos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g2a58531e4c3_0_69">
            <a:extLst>
              <a:ext uri="{FF2B5EF4-FFF2-40B4-BE49-F238E27FC236}">
                <a16:creationId xmlns:a16="http://schemas.microsoft.com/office/drawing/2014/main" id="{35F0B3FC-B123-72AD-BC1E-59A5A713291D}"/>
              </a:ext>
            </a:extLst>
          </p:cNvPr>
          <p:cNvSpPr>
            <a:spLocks/>
          </p:cNvSpPr>
          <p:nvPr userDrawn="1"/>
        </p:nvSpPr>
        <p:spPr>
          <a:xfrm>
            <a:off x="-6928" y="0"/>
            <a:ext cx="9150927" cy="5150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20000"/>
              </a:lnSpc>
            </a:pPr>
            <a:endParaRPr lang="es-ES" sz="1600" b="1" dirty="0">
              <a:solidFill>
                <a:schemeClr val="bg1"/>
              </a:solidFill>
              <a:latin typeface="Satoshi" pitchFamily="50" charset="0"/>
            </a:endParaRPr>
          </a:p>
        </p:txBody>
      </p:sp>
      <p:pic>
        <p:nvPicPr>
          <p:cNvPr id="6" name="Google Shape;11;g189806ca93b_0_448">
            <a:extLst>
              <a:ext uri="{FF2B5EF4-FFF2-40B4-BE49-F238E27FC236}">
                <a16:creationId xmlns:a16="http://schemas.microsoft.com/office/drawing/2014/main" id="{5B124C79-503D-A255-BC8A-158E0C278C56}"/>
              </a:ext>
            </a:extLst>
          </p:cNvPr>
          <p:cNvPicPr preferRelativeResize="0"/>
          <p:nvPr userDrawn="1"/>
        </p:nvPicPr>
        <p:blipFill>
          <a:blip>
            <a:alphaModFix amt="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BBB84199-63B2-21F0-B6C5-7D8DE3B5080B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bg1"/>
          </a:solidFill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DDABD1B8-F54B-6D8A-445F-030A21CC39DD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D40AA503-266B-F0F6-EFF6-16AA52404A65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A2575D5E-C062-4C61-24BB-0AF6C77E9E55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Marcador de pie de página 3">
            <a:extLst>
              <a:ext uri="{FF2B5EF4-FFF2-40B4-BE49-F238E27FC236}">
                <a16:creationId xmlns:a16="http://schemas.microsoft.com/office/drawing/2014/main" id="{79AFD682-99D5-FC50-55B7-C4E0D2A36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2301013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Instrucciones de uso para documentos PowerPoint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EF76AB4-3B44-D444-139D-5CADA00FD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D6BA02-D52E-8F86-0880-8AF693AFA486}"/>
              </a:ext>
            </a:extLst>
          </p:cNvPr>
          <p:cNvSpPr txBox="1"/>
          <p:nvPr userDrawn="1"/>
        </p:nvSpPr>
        <p:spPr>
          <a:xfrm>
            <a:off x="440736" y="450262"/>
            <a:ext cx="39396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Instrucciones de uso</a:t>
            </a:r>
            <a:endParaRPr lang="es-ES" sz="2000" b="1" dirty="0">
              <a:solidFill>
                <a:schemeClr val="bg1"/>
              </a:solidFill>
              <a:latin typeface="Satoshi" pitchFamily="50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C0EA6B2-4849-19DD-6DAF-BD0559240B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40736" y="1133251"/>
            <a:ext cx="7148785" cy="7835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solidFill>
                  <a:schemeClr val="bg1"/>
                </a:solidFill>
                <a:latin typeface="Satoshi" pitchFamily="50" charset="0"/>
              </a:rPr>
              <a:t>Fuente Corporativa:</a:t>
            </a:r>
          </a:p>
          <a:p>
            <a:pPr marL="182563"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• Satoshi</a:t>
            </a:r>
          </a:p>
          <a:p>
            <a:pPr marL="182563">
              <a:lnSpc>
                <a:spcPct val="120000"/>
              </a:lnSpc>
            </a:pPr>
            <a:endParaRPr lang="es-ES" sz="900" dirty="0">
              <a:solidFill>
                <a:schemeClr val="bg1"/>
              </a:solidFill>
              <a:latin typeface="Satoshi" pitchFamily="50" charset="0"/>
            </a:endParaRPr>
          </a:p>
          <a:p>
            <a:pPr>
              <a:lnSpc>
                <a:spcPct val="120000"/>
              </a:lnSpc>
            </a:pPr>
            <a:r>
              <a:rPr lang="es-ES" sz="1000" b="1" dirty="0">
                <a:solidFill>
                  <a:schemeClr val="bg1"/>
                </a:solidFill>
                <a:latin typeface="Satoshi" pitchFamily="50" charset="0"/>
              </a:rPr>
              <a:t>Colores Corporativos:</a:t>
            </a:r>
            <a:r>
              <a:rPr lang="es-ES" sz="900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 </a:t>
            </a:r>
            <a:endParaRPr lang="es-ES" sz="900" b="0" i="0" u="none" strike="noStrike" cap="none" dirty="0">
              <a:solidFill>
                <a:schemeClr val="lt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>
              <a:lnSpc>
                <a:spcPct val="120000"/>
              </a:lnSpc>
            </a:pPr>
            <a:endParaRPr lang="es-ES" sz="1000" b="1" dirty="0">
              <a:solidFill>
                <a:schemeClr val="bg1"/>
              </a:solidFill>
              <a:latin typeface="Satoshi" pitchFamily="50" charset="0"/>
            </a:endParaRPr>
          </a:p>
          <a:p>
            <a:pPr>
              <a:lnSpc>
                <a:spcPct val="120000"/>
              </a:lnSpc>
            </a:pPr>
            <a:r>
              <a:rPr lang="es-ES" sz="1000" b="1" dirty="0">
                <a:solidFill>
                  <a:schemeClr val="bg1"/>
                </a:solidFill>
                <a:latin typeface="Satoshi" pitchFamily="50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es-ES" sz="1000" b="1" dirty="0">
              <a:solidFill>
                <a:schemeClr val="bg1"/>
              </a:solidFill>
              <a:latin typeface="Satoshi" pitchFamily="50" charset="0"/>
            </a:endParaRPr>
          </a:p>
          <a:p>
            <a:pPr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 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751FBB0-D874-EAC1-F6AB-588795785EF9}"/>
              </a:ext>
            </a:extLst>
          </p:cNvPr>
          <p:cNvSpPr txBox="1"/>
          <p:nvPr userDrawn="1"/>
        </p:nvSpPr>
        <p:spPr>
          <a:xfrm>
            <a:off x="440736" y="3414276"/>
            <a:ext cx="7148785" cy="8568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s-ES" sz="1000" b="1" dirty="0">
                <a:solidFill>
                  <a:schemeClr val="bg1"/>
                </a:solidFill>
                <a:latin typeface="Satoshi" pitchFamily="50" charset="0"/>
              </a:rPr>
              <a:t>Estilo:</a:t>
            </a:r>
            <a:r>
              <a:rPr lang="es-ES" sz="900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s-ES" sz="9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Todos los estilos de los iconos, vectores e imágenes </a:t>
            </a:r>
            <a:r>
              <a:rPr lang="es-ES" sz="900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están sujetos a modificaciones. En la siguiente diapositiva encontrarás varios bancos gratuitos donde poder descargar tus diseños. Adjuntamos también el acceso al drive donde podrás encontrar los recursos corporativos: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endParaRPr lang="es-ES" sz="9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None/>
              <a:tabLst/>
              <a:defRPr/>
            </a:pPr>
            <a:r>
              <a:rPr lang="es-ES" sz="9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Comunicación Interna FS:</a:t>
            </a:r>
            <a:endParaRPr lang="es-ES" sz="900" b="0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>
              <a:lnSpc>
                <a:spcPct val="120000"/>
              </a:lnSpc>
            </a:pPr>
            <a:endParaRPr lang="es-ES" sz="900" b="0" i="0" u="none" strike="noStrike" cap="none" dirty="0">
              <a:solidFill>
                <a:schemeClr val="lt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>
              <a:lnSpc>
                <a:spcPct val="120000"/>
              </a:lnSpc>
            </a:pPr>
            <a:endParaRPr lang="es-ES" sz="1000" b="1" dirty="0">
              <a:solidFill>
                <a:schemeClr val="bg1"/>
              </a:solidFill>
              <a:latin typeface="Satoshi" pitchFamily="50" charset="0"/>
            </a:endParaRPr>
          </a:p>
          <a:p>
            <a:pPr>
              <a:lnSpc>
                <a:spcPct val="120000"/>
              </a:lnSpc>
            </a:pPr>
            <a:r>
              <a:rPr lang="es-ES" sz="1000" b="1" dirty="0">
                <a:solidFill>
                  <a:schemeClr val="bg1"/>
                </a:solidFill>
                <a:latin typeface="Satoshi" pitchFamily="50" charset="0"/>
              </a:rPr>
              <a:t> </a:t>
            </a:r>
          </a:p>
          <a:p>
            <a:pPr>
              <a:lnSpc>
                <a:spcPct val="120000"/>
              </a:lnSpc>
            </a:pPr>
            <a:endParaRPr lang="es-ES" sz="1000" b="1" dirty="0">
              <a:solidFill>
                <a:schemeClr val="bg1"/>
              </a:solidFill>
              <a:latin typeface="Satoshi" pitchFamily="50" charset="0"/>
            </a:endParaRPr>
          </a:p>
          <a:p>
            <a:pPr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 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0A53B9A6-74A8-2883-5AF7-3791E9FBFB3C}"/>
              </a:ext>
            </a:extLst>
          </p:cNvPr>
          <p:cNvGrpSpPr/>
          <p:nvPr userDrawn="1"/>
        </p:nvGrpSpPr>
        <p:grpSpPr>
          <a:xfrm>
            <a:off x="1570712" y="2129840"/>
            <a:ext cx="5995645" cy="1096825"/>
            <a:chOff x="1565245" y="2060975"/>
            <a:chExt cx="5995645" cy="1096825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71AEBAAB-15A9-5CA3-9365-AE91F6C9091B}"/>
                </a:ext>
              </a:extLst>
            </p:cNvPr>
            <p:cNvSpPr txBox="1"/>
            <p:nvPr userDrawn="1"/>
          </p:nvSpPr>
          <p:spPr>
            <a:xfrm>
              <a:off x="1565245" y="2883162"/>
              <a:ext cx="906487" cy="2746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r>
                <a:rPr lang="es-ES" sz="1000" b="1" i="0" u="none" strike="noStrike" cap="none" dirty="0">
                  <a:solidFill>
                    <a:schemeClr val="bg1"/>
                  </a:solidFill>
                  <a:latin typeface="Satoshi" pitchFamily="50" charset="0"/>
                  <a:ea typeface="Montserrat"/>
                  <a:cs typeface="Montserrat"/>
                  <a:sym typeface="Montserrat"/>
                </a:rPr>
                <a:t>Secundario</a:t>
              </a:r>
              <a:endParaRPr lang="es-ES" sz="9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1000" b="1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900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</p:txBody>
        </p:sp>
        <p:grpSp>
          <p:nvGrpSpPr>
            <p:cNvPr id="15" name="Google Shape;1766;g2a8083b22ed_3_0">
              <a:extLst>
                <a:ext uri="{FF2B5EF4-FFF2-40B4-BE49-F238E27FC236}">
                  <a16:creationId xmlns:a16="http://schemas.microsoft.com/office/drawing/2014/main" id="{F5CEE63B-48F0-05B5-7379-793A1267582F}"/>
                </a:ext>
              </a:extLst>
            </p:cNvPr>
            <p:cNvGrpSpPr/>
            <p:nvPr userDrawn="1"/>
          </p:nvGrpSpPr>
          <p:grpSpPr>
            <a:xfrm>
              <a:off x="1640653" y="2060975"/>
              <a:ext cx="5862694" cy="756175"/>
              <a:chOff x="1640638" y="2727150"/>
              <a:chExt cx="5862694" cy="756175"/>
            </a:xfrm>
          </p:grpSpPr>
          <p:grpSp>
            <p:nvGrpSpPr>
              <p:cNvPr id="16" name="Google Shape;1767;g2a8083b22ed_3_0">
                <a:extLst>
                  <a:ext uri="{FF2B5EF4-FFF2-40B4-BE49-F238E27FC236}">
                    <a16:creationId xmlns:a16="http://schemas.microsoft.com/office/drawing/2014/main" id="{7C52EB4C-D36C-0A0D-E84D-E72B73F86874}"/>
                  </a:ext>
                </a:extLst>
              </p:cNvPr>
              <p:cNvGrpSpPr/>
              <p:nvPr/>
            </p:nvGrpSpPr>
            <p:grpSpPr>
              <a:xfrm>
                <a:off x="1640638" y="2729125"/>
                <a:ext cx="791400" cy="754200"/>
                <a:chOff x="3645388" y="2947800"/>
                <a:chExt cx="791400" cy="754200"/>
              </a:xfrm>
            </p:grpSpPr>
            <p:sp>
              <p:nvSpPr>
                <p:cNvPr id="31" name="Google Shape;1768;g2a8083b22ed_3_0">
                  <a:extLst>
                    <a:ext uri="{FF2B5EF4-FFF2-40B4-BE49-F238E27FC236}">
                      <a16:creationId xmlns:a16="http://schemas.microsoft.com/office/drawing/2014/main" id="{E860A10B-A7BF-A4E5-6ABA-0FBF6DBFFA2D}"/>
                    </a:ext>
                  </a:extLst>
                </p:cNvPr>
                <p:cNvSpPr/>
                <p:nvPr/>
              </p:nvSpPr>
              <p:spPr>
                <a:xfrm>
                  <a:off x="3645388" y="2947800"/>
                  <a:ext cx="791400" cy="7542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2"/>
                </a:solidFill>
                <a:ln w="19050" cap="flat" cmpd="sng">
                  <a:solidFill>
                    <a:srgbClr val="FFFF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 dirty="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1769;g2a8083b22ed_3_0">
                  <a:extLst>
                    <a:ext uri="{FF2B5EF4-FFF2-40B4-BE49-F238E27FC236}">
                      <a16:creationId xmlns:a16="http://schemas.microsoft.com/office/drawing/2014/main" id="{2D28B70F-816A-90B5-5FCE-20CEECF051AA}"/>
                    </a:ext>
                  </a:extLst>
                </p:cNvPr>
                <p:cNvSpPr txBox="1"/>
                <p:nvPr/>
              </p:nvSpPr>
              <p:spPr>
                <a:xfrm>
                  <a:off x="3645388" y="3104850"/>
                  <a:ext cx="791400" cy="44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es-ES" sz="900" b="1" i="0" u="none" strike="noStrike" cap="none" baseline="0" dirty="0">
                      <a:solidFill>
                        <a:schemeClr val="bg1"/>
                      </a:solidFill>
                      <a:latin typeface="Satoshi" pitchFamily="50" charset="0"/>
                      <a:ea typeface="Arial" panose="020B0604020202020204"/>
                      <a:cs typeface="Arial" panose="020B0604020202020204"/>
                      <a:sym typeface="Arial" panose="020B0604020202020204"/>
                    </a:rPr>
                    <a:t>#0A275C</a:t>
                  </a:r>
                  <a:endParaRPr sz="900" b="1" i="0" u="none" strike="noStrike" cap="none" dirty="0">
                    <a:solidFill>
                      <a:schemeClr val="bg1"/>
                    </a:solidFill>
                    <a:latin typeface="Satoshi" pitchFamily="50" charset="0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" name="Google Shape;1770;g2a8083b22ed_3_0">
                <a:extLst>
                  <a:ext uri="{FF2B5EF4-FFF2-40B4-BE49-F238E27FC236}">
                    <a16:creationId xmlns:a16="http://schemas.microsoft.com/office/drawing/2014/main" id="{ADC11FED-CECC-9695-9982-ADF0FD228C92}"/>
                  </a:ext>
                </a:extLst>
              </p:cNvPr>
              <p:cNvGrpSpPr/>
              <p:nvPr/>
            </p:nvGrpSpPr>
            <p:grpSpPr>
              <a:xfrm>
                <a:off x="3645332" y="2727150"/>
                <a:ext cx="791406" cy="754200"/>
                <a:chOff x="4707207" y="2947800"/>
                <a:chExt cx="791406" cy="754200"/>
              </a:xfrm>
            </p:grpSpPr>
            <p:sp>
              <p:nvSpPr>
                <p:cNvPr id="29" name="Google Shape;1771;g2a8083b22ed_3_0">
                  <a:extLst>
                    <a:ext uri="{FF2B5EF4-FFF2-40B4-BE49-F238E27FC236}">
                      <a16:creationId xmlns:a16="http://schemas.microsoft.com/office/drawing/2014/main" id="{D7CE7AFD-2C0E-16B9-FE4E-8D9A95D52C06}"/>
                    </a:ext>
                  </a:extLst>
                </p:cNvPr>
                <p:cNvSpPr/>
                <p:nvPr/>
              </p:nvSpPr>
              <p:spPr>
                <a:xfrm>
                  <a:off x="4707207" y="2947800"/>
                  <a:ext cx="791400" cy="7542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3"/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0" name="Google Shape;1772;g2a8083b22ed_3_0">
                  <a:extLst>
                    <a:ext uri="{FF2B5EF4-FFF2-40B4-BE49-F238E27FC236}">
                      <a16:creationId xmlns:a16="http://schemas.microsoft.com/office/drawing/2014/main" id="{397731F2-0EC2-07A3-905F-8BD9481AC332}"/>
                    </a:ext>
                  </a:extLst>
                </p:cNvPr>
                <p:cNvSpPr txBox="1"/>
                <p:nvPr/>
              </p:nvSpPr>
              <p:spPr>
                <a:xfrm>
                  <a:off x="4707213" y="3104850"/>
                  <a:ext cx="791400" cy="44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es-ES" sz="900" b="0" i="0" u="none" strike="noStrike" cap="none" baseline="0" dirty="0">
                      <a:solidFill>
                        <a:schemeClr val="bg1"/>
                      </a:solidFill>
                      <a:latin typeface="Satoshi" pitchFamily="50" charset="0"/>
                      <a:ea typeface="Arial" panose="020B0604020202020204"/>
                      <a:cs typeface="Arial" panose="020B0604020202020204"/>
                      <a:sym typeface="Arial" panose="020B0604020202020204"/>
                    </a:rPr>
                    <a:t>#</a:t>
                  </a:r>
                  <a:r>
                    <a:rPr lang="es-ES" sz="900" b="1" i="0" u="none" strike="noStrike" cap="none" baseline="0" dirty="0">
                      <a:solidFill>
                        <a:schemeClr val="bg1"/>
                      </a:solidFill>
                      <a:latin typeface="Satoshi" pitchFamily="50" charset="0"/>
                      <a:ea typeface="Arial" panose="020B0604020202020204"/>
                      <a:cs typeface="Arial" panose="020B0604020202020204"/>
                      <a:sym typeface="Arial" panose="020B0604020202020204"/>
                    </a:rPr>
                    <a:t>3D83FF</a:t>
                  </a:r>
                  <a:endParaRPr sz="900" b="1" i="0" u="none" strike="noStrike" cap="none" dirty="0">
                    <a:solidFill>
                      <a:schemeClr val="bg1"/>
                    </a:solidFill>
                    <a:latin typeface="Satoshi" pitchFamily="50" charset="0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8" name="Google Shape;1773;g2a8083b22ed_3_0">
                <a:extLst>
                  <a:ext uri="{FF2B5EF4-FFF2-40B4-BE49-F238E27FC236}">
                    <a16:creationId xmlns:a16="http://schemas.microsoft.com/office/drawing/2014/main" id="{DDFF16E4-3FB0-EC3F-1827-065D97364F62}"/>
                  </a:ext>
                </a:extLst>
              </p:cNvPr>
              <p:cNvGrpSpPr/>
              <p:nvPr/>
            </p:nvGrpSpPr>
            <p:grpSpPr>
              <a:xfrm>
                <a:off x="2623138" y="2729125"/>
                <a:ext cx="791400" cy="754200"/>
                <a:chOff x="3114463" y="3878900"/>
                <a:chExt cx="791400" cy="754200"/>
              </a:xfrm>
            </p:grpSpPr>
            <p:sp>
              <p:nvSpPr>
                <p:cNvPr id="27" name="Google Shape;1774;g2a8083b22ed_3_0">
                  <a:extLst>
                    <a:ext uri="{FF2B5EF4-FFF2-40B4-BE49-F238E27FC236}">
                      <a16:creationId xmlns:a16="http://schemas.microsoft.com/office/drawing/2014/main" id="{952CDB9B-C9D0-964D-89B7-480BB394ECD3}"/>
                    </a:ext>
                  </a:extLst>
                </p:cNvPr>
                <p:cNvSpPr/>
                <p:nvPr/>
              </p:nvSpPr>
              <p:spPr>
                <a:xfrm>
                  <a:off x="3114463" y="3878900"/>
                  <a:ext cx="791400" cy="7542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1"/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" name="Google Shape;1775;g2a8083b22ed_3_0">
                  <a:extLst>
                    <a:ext uri="{FF2B5EF4-FFF2-40B4-BE49-F238E27FC236}">
                      <a16:creationId xmlns:a16="http://schemas.microsoft.com/office/drawing/2014/main" id="{588C1E84-259C-FAAA-8ECD-2E382FC5AC3E}"/>
                    </a:ext>
                  </a:extLst>
                </p:cNvPr>
                <p:cNvSpPr txBox="1"/>
                <p:nvPr/>
              </p:nvSpPr>
              <p:spPr>
                <a:xfrm>
                  <a:off x="3114463" y="4035950"/>
                  <a:ext cx="791400" cy="44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es-ES" sz="900" b="1" i="0" u="none" strike="noStrike" cap="none" baseline="0" dirty="0">
                      <a:solidFill>
                        <a:schemeClr val="bg1"/>
                      </a:solidFill>
                      <a:latin typeface="Satoshi" pitchFamily="50" charset="0"/>
                      <a:ea typeface="Arial" panose="020B0604020202020204"/>
                      <a:cs typeface="Arial" panose="020B0604020202020204"/>
                      <a:sym typeface="Arial" panose="020B0604020202020204"/>
                    </a:rPr>
                    <a:t>#1265FF</a:t>
                  </a:r>
                  <a:endParaRPr sz="900" b="1" i="0" u="none" strike="noStrike" cap="none" dirty="0">
                    <a:solidFill>
                      <a:schemeClr val="bg1"/>
                    </a:solidFill>
                    <a:latin typeface="Satoshi" pitchFamily="50" charset="0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" name="Google Shape;1776;g2a8083b22ed_3_0">
                <a:extLst>
                  <a:ext uri="{FF2B5EF4-FFF2-40B4-BE49-F238E27FC236}">
                    <a16:creationId xmlns:a16="http://schemas.microsoft.com/office/drawing/2014/main" id="{B6C7C6C9-13C2-7C8E-458B-A241198FA2AA}"/>
                  </a:ext>
                </a:extLst>
              </p:cNvPr>
              <p:cNvGrpSpPr/>
              <p:nvPr/>
            </p:nvGrpSpPr>
            <p:grpSpPr>
              <a:xfrm>
                <a:off x="4667532" y="2729125"/>
                <a:ext cx="791406" cy="754200"/>
                <a:chOff x="4176282" y="3878900"/>
                <a:chExt cx="791406" cy="754200"/>
              </a:xfrm>
            </p:grpSpPr>
            <p:sp>
              <p:nvSpPr>
                <p:cNvPr id="25" name="Google Shape;1777;g2a8083b22ed_3_0">
                  <a:extLst>
                    <a:ext uri="{FF2B5EF4-FFF2-40B4-BE49-F238E27FC236}">
                      <a16:creationId xmlns:a16="http://schemas.microsoft.com/office/drawing/2014/main" id="{C29D3741-6BCF-A335-5EDA-ECC3C94D9B6B}"/>
                    </a:ext>
                  </a:extLst>
                </p:cNvPr>
                <p:cNvSpPr/>
                <p:nvPr/>
              </p:nvSpPr>
              <p:spPr>
                <a:xfrm>
                  <a:off x="4176282" y="3878900"/>
                  <a:ext cx="791400" cy="7542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accent4"/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" name="Google Shape;1778;g2a8083b22ed_3_0">
                  <a:extLst>
                    <a:ext uri="{FF2B5EF4-FFF2-40B4-BE49-F238E27FC236}">
                      <a16:creationId xmlns:a16="http://schemas.microsoft.com/office/drawing/2014/main" id="{09DA0A04-759E-1401-9E02-868D3D1FF387}"/>
                    </a:ext>
                  </a:extLst>
                </p:cNvPr>
                <p:cNvSpPr txBox="1"/>
                <p:nvPr/>
              </p:nvSpPr>
              <p:spPr>
                <a:xfrm>
                  <a:off x="4176288" y="4035950"/>
                  <a:ext cx="791400" cy="440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es-ES" sz="900" b="1" i="0" u="none" strike="noStrike" cap="none" baseline="0" dirty="0">
                      <a:solidFill>
                        <a:srgbClr val="000000"/>
                      </a:solidFill>
                      <a:latin typeface="Satoshi" pitchFamily="50" charset="0"/>
                      <a:ea typeface="Arial" panose="020B0604020202020204"/>
                      <a:cs typeface="Arial" panose="020B0604020202020204"/>
                      <a:sym typeface="Arial" panose="020B0604020202020204"/>
                    </a:rPr>
                    <a:t>#7AB8FF</a:t>
                  </a:r>
                  <a:endParaRPr sz="900" b="1" i="0" u="none" strike="noStrike" cap="none" dirty="0">
                    <a:solidFill>
                      <a:srgbClr val="191919"/>
                    </a:solidFill>
                    <a:latin typeface="Satoshi" pitchFamily="50" charset="0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" name="Google Shape;1779;g2a8083b22ed_3_0">
                <a:extLst>
                  <a:ext uri="{FF2B5EF4-FFF2-40B4-BE49-F238E27FC236}">
                    <a16:creationId xmlns:a16="http://schemas.microsoft.com/office/drawing/2014/main" id="{E6EC780E-F83E-FAD0-3A86-12DD44C51DEA}"/>
                  </a:ext>
                </a:extLst>
              </p:cNvPr>
              <p:cNvGrpSpPr/>
              <p:nvPr/>
            </p:nvGrpSpPr>
            <p:grpSpPr>
              <a:xfrm>
                <a:off x="5689732" y="2727150"/>
                <a:ext cx="791406" cy="754200"/>
                <a:chOff x="5238132" y="3878900"/>
                <a:chExt cx="791406" cy="754200"/>
              </a:xfrm>
            </p:grpSpPr>
            <p:sp>
              <p:nvSpPr>
                <p:cNvPr id="23" name="Google Shape;1780;g2a8083b22ed_3_0">
                  <a:extLst>
                    <a:ext uri="{FF2B5EF4-FFF2-40B4-BE49-F238E27FC236}">
                      <a16:creationId xmlns:a16="http://schemas.microsoft.com/office/drawing/2014/main" id="{6BCD3461-8D5F-5DE4-BC12-E66B5EE31337}"/>
                    </a:ext>
                  </a:extLst>
                </p:cNvPr>
                <p:cNvSpPr/>
                <p:nvPr/>
              </p:nvSpPr>
              <p:spPr>
                <a:xfrm>
                  <a:off x="5238132" y="3878900"/>
                  <a:ext cx="791400" cy="75420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tx2"/>
                </a:solidFill>
                <a:ln w="9525" cap="flat" cmpd="sng">
                  <a:noFill/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4" name="Google Shape;1781;g2a8083b22ed_3_0">
                  <a:extLst>
                    <a:ext uri="{FF2B5EF4-FFF2-40B4-BE49-F238E27FC236}">
                      <a16:creationId xmlns:a16="http://schemas.microsoft.com/office/drawing/2014/main" id="{93FDE6EA-ABC1-CA4F-55F5-772413750F54}"/>
                    </a:ext>
                  </a:extLst>
                </p:cNvPr>
                <p:cNvSpPr txBox="1"/>
                <p:nvPr/>
              </p:nvSpPr>
              <p:spPr>
                <a:xfrm>
                  <a:off x="5238138" y="4035950"/>
                  <a:ext cx="791400" cy="440100"/>
                </a:xfrm>
                <a:prstGeom prst="rect">
                  <a:avLst/>
                </a:prstGeom>
                <a:solidFill>
                  <a:srgbClr val="F3F7FB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/>
                  <a:r>
                    <a:rPr lang="es-ES" sz="900" b="1" i="0" u="none" strike="noStrike" cap="none" baseline="0" dirty="0">
                      <a:solidFill>
                        <a:schemeClr val="tx1"/>
                      </a:solidFill>
                      <a:latin typeface="Satoshi" pitchFamily="50" charset="0"/>
                      <a:ea typeface="Arial" panose="020B0604020202020204"/>
                      <a:cs typeface="Arial" panose="020B0604020202020204"/>
                      <a:sym typeface="Arial" panose="020B0604020202020204"/>
                    </a:rPr>
                    <a:t>#E8F2FF</a:t>
                  </a:r>
                  <a:endParaRPr sz="900" b="1" i="0" u="none" strike="noStrike" cap="none" dirty="0">
                    <a:solidFill>
                      <a:schemeClr val="tx1"/>
                    </a:solidFill>
                    <a:latin typeface="Satoshi" pitchFamily="50" charset="0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" name="Google Shape;1782;g2a8083b22ed_3_0">
                <a:extLst>
                  <a:ext uri="{FF2B5EF4-FFF2-40B4-BE49-F238E27FC236}">
                    <a16:creationId xmlns:a16="http://schemas.microsoft.com/office/drawing/2014/main" id="{BDF07EE2-6D36-E83E-802B-0572139943AB}"/>
                  </a:ext>
                </a:extLst>
              </p:cNvPr>
              <p:cNvSpPr/>
              <p:nvPr/>
            </p:nvSpPr>
            <p:spPr>
              <a:xfrm>
                <a:off x="6711932" y="2727150"/>
                <a:ext cx="791400" cy="754200"/>
              </a:xfrm>
              <a:prstGeom prst="roundRect">
                <a:avLst>
                  <a:gd name="adj" fmla="val 16667"/>
                </a:avLst>
              </a:prstGeom>
              <a:solidFill>
                <a:schemeClr val="tx1"/>
              </a:solidFill>
              <a:ln w="19050" cap="flat" cmpd="sng">
                <a:noFill/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1783;g2a8083b22ed_3_0">
                <a:extLst>
                  <a:ext uri="{FF2B5EF4-FFF2-40B4-BE49-F238E27FC236}">
                    <a16:creationId xmlns:a16="http://schemas.microsoft.com/office/drawing/2014/main" id="{82B204EB-96ED-96EA-D692-EA9BE0E088C7}"/>
                  </a:ext>
                </a:extLst>
              </p:cNvPr>
              <p:cNvSpPr txBox="1"/>
              <p:nvPr/>
            </p:nvSpPr>
            <p:spPr>
              <a:xfrm>
                <a:off x="6772900" y="2884200"/>
                <a:ext cx="679500" cy="44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/>
                <a:r>
                  <a:rPr lang="es-ES" sz="900" b="1" i="0" u="none" strike="noStrike" cap="none" baseline="0" dirty="0">
                    <a:solidFill>
                      <a:schemeClr val="bg1"/>
                    </a:solidFill>
                    <a:latin typeface="Satoshi" pitchFamily="50" charset="0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#1A1A1A</a:t>
                </a:r>
                <a:endParaRPr sz="900" b="1" dirty="0">
                  <a:solidFill>
                    <a:schemeClr val="bg1"/>
                  </a:solidFill>
                  <a:latin typeface="Satoshi" pitchFamily="50" charset="0"/>
                </a:endParaRPr>
              </a:p>
            </p:txBody>
          </p:sp>
        </p:grp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11E86074-FEB6-2C1E-6114-3DA01841F941}"/>
                </a:ext>
              </a:extLst>
            </p:cNvPr>
            <p:cNvSpPr txBox="1"/>
            <p:nvPr userDrawn="1"/>
          </p:nvSpPr>
          <p:spPr>
            <a:xfrm>
              <a:off x="2561146" y="2883162"/>
              <a:ext cx="906487" cy="2746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r>
                <a:rPr lang="es-ES" sz="1000" b="1" i="0" u="none" strike="noStrike" cap="none" dirty="0">
                  <a:solidFill>
                    <a:schemeClr val="bg1"/>
                  </a:solidFill>
                  <a:latin typeface="Satoshi" pitchFamily="50" charset="0"/>
                  <a:ea typeface="Montserrat"/>
                  <a:cs typeface="Montserrat"/>
                  <a:sym typeface="Montserrat"/>
                </a:rPr>
                <a:t>Primario</a:t>
              </a:r>
              <a:endParaRPr lang="es-ES" sz="9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1000" b="1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900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581119AD-12D5-CA48-7772-04FCAF41193B}"/>
                </a:ext>
              </a:extLst>
            </p:cNvPr>
            <p:cNvSpPr txBox="1"/>
            <p:nvPr userDrawn="1"/>
          </p:nvSpPr>
          <p:spPr>
            <a:xfrm>
              <a:off x="3582786" y="2875788"/>
              <a:ext cx="906487" cy="2746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r>
                <a:rPr lang="es-ES" sz="1000" b="1" i="0" u="none" strike="noStrike" cap="none" dirty="0">
                  <a:solidFill>
                    <a:schemeClr val="bg1"/>
                  </a:solidFill>
                  <a:latin typeface="Satoshi" pitchFamily="50" charset="0"/>
                  <a:ea typeface="Montserrat"/>
                  <a:cs typeface="Montserrat"/>
                  <a:sym typeface="Montserrat"/>
                </a:rPr>
                <a:t>Énfasis</a:t>
              </a:r>
              <a:endParaRPr lang="es-ES" sz="9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1000" b="1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900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20EB030B-37F5-64ED-2A58-9A6E6FE77074}"/>
                </a:ext>
              </a:extLst>
            </p:cNvPr>
            <p:cNvSpPr txBox="1"/>
            <p:nvPr userDrawn="1"/>
          </p:nvSpPr>
          <p:spPr>
            <a:xfrm>
              <a:off x="4603872" y="2875788"/>
              <a:ext cx="906487" cy="2746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r>
                <a:rPr lang="es-ES" sz="1000" b="1" i="0" u="none" strike="noStrike" cap="none" dirty="0">
                  <a:solidFill>
                    <a:schemeClr val="bg1"/>
                  </a:solidFill>
                  <a:latin typeface="Satoshi" pitchFamily="50" charset="0"/>
                  <a:ea typeface="Montserrat"/>
                  <a:cs typeface="Montserrat"/>
                  <a:sym typeface="Montserrat"/>
                </a:rPr>
                <a:t>Énfasis 1</a:t>
              </a:r>
              <a:endParaRPr lang="es-ES" sz="9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1000" b="1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900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</p:txBody>
        </p:sp>
        <p:sp>
          <p:nvSpPr>
            <p:cNvPr id="38" name="CuadroTexto 37">
              <a:extLst>
                <a:ext uri="{FF2B5EF4-FFF2-40B4-BE49-F238E27FC236}">
                  <a16:creationId xmlns:a16="http://schemas.microsoft.com/office/drawing/2014/main" id="{D5D7660C-3213-AA22-B8E8-CAC0376DB942}"/>
                </a:ext>
              </a:extLst>
            </p:cNvPr>
            <p:cNvSpPr txBox="1"/>
            <p:nvPr userDrawn="1"/>
          </p:nvSpPr>
          <p:spPr>
            <a:xfrm>
              <a:off x="5643677" y="2883162"/>
              <a:ext cx="906487" cy="2746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r>
                <a:rPr lang="es-ES" sz="1000" b="1" i="0" u="none" strike="noStrike" cap="none" dirty="0">
                  <a:solidFill>
                    <a:schemeClr val="bg1"/>
                  </a:solidFill>
                  <a:latin typeface="Satoshi" pitchFamily="50" charset="0"/>
                  <a:ea typeface="Montserrat"/>
                  <a:cs typeface="Montserrat"/>
                  <a:sym typeface="Montserrat"/>
                </a:rPr>
                <a:t>Light</a:t>
              </a:r>
              <a:endParaRPr lang="es-ES" sz="9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1000" b="1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900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890DAAC7-7553-D719-EE3E-69F735282175}"/>
                </a:ext>
              </a:extLst>
            </p:cNvPr>
            <p:cNvSpPr txBox="1"/>
            <p:nvPr userDrawn="1"/>
          </p:nvSpPr>
          <p:spPr>
            <a:xfrm>
              <a:off x="6654403" y="2867515"/>
              <a:ext cx="906487" cy="27463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 panose="020B0604020202020204"/>
                <a:buNone/>
                <a:tabLst/>
                <a:defRPr/>
              </a:pPr>
              <a:r>
                <a:rPr lang="es-ES" sz="1000" b="1" i="0" u="none" strike="noStrike" cap="none" dirty="0">
                  <a:solidFill>
                    <a:schemeClr val="bg1"/>
                  </a:solidFill>
                  <a:latin typeface="Satoshi" pitchFamily="50" charset="0"/>
                  <a:ea typeface="Montserrat"/>
                  <a:cs typeface="Montserrat"/>
                  <a:sym typeface="Montserrat"/>
                </a:rPr>
                <a:t>Texto</a:t>
              </a:r>
              <a:endParaRPr lang="es-ES" sz="9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endParaRP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1000" b="1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  <a:p>
              <a:pPr>
                <a:lnSpc>
                  <a:spcPct val="120000"/>
                </a:lnSpc>
              </a:pPr>
              <a:endParaRPr lang="es-ES" sz="1000" b="1" dirty="0">
                <a:solidFill>
                  <a:schemeClr val="bg1"/>
                </a:solidFill>
                <a:latin typeface="Satoshi" pitchFamily="50" charset="0"/>
              </a:endParaRPr>
            </a:p>
            <a:p>
              <a:pPr>
                <a:lnSpc>
                  <a:spcPct val="120000"/>
                </a:lnSpc>
              </a:pPr>
              <a:r>
                <a:rPr lang="es-ES" sz="900" dirty="0">
                  <a:solidFill>
                    <a:schemeClr val="bg1"/>
                  </a:solidFill>
                  <a:latin typeface="Satoshi" pitchFamily="50" charset="0"/>
                </a:rPr>
                <a:t> </a:t>
              </a:r>
            </a:p>
          </p:txBody>
        </p:sp>
      </p:grpSp>
      <p:pic>
        <p:nvPicPr>
          <p:cNvPr id="11" name="Gráfico 3">
            <a:extLst>
              <a:ext uri="{FF2B5EF4-FFF2-40B4-BE49-F238E27FC236}">
                <a16:creationId xmlns:a16="http://schemas.microsoft.com/office/drawing/2014/main" id="{FBC0B0F4-1CE0-925F-A942-B668B2CB1EB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679919" y="135972"/>
            <a:ext cx="1309208" cy="6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446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 preserve="1" userDrawn="1">
  <p:cSld name="Instrucciones de uso_recursos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7;g2a58531e4c3_0_69">
            <a:extLst>
              <a:ext uri="{FF2B5EF4-FFF2-40B4-BE49-F238E27FC236}">
                <a16:creationId xmlns:a16="http://schemas.microsoft.com/office/drawing/2014/main" id="{35F0B3FC-B123-72AD-BC1E-59A5A71329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6928" y="0"/>
            <a:ext cx="9150927" cy="51504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20000"/>
              </a:lnSpc>
            </a:pPr>
            <a:endParaRPr lang="es-ES" sz="1600" b="1" dirty="0">
              <a:solidFill>
                <a:schemeClr val="bg1"/>
              </a:solidFill>
              <a:latin typeface="Satoshi" pitchFamily="50" charset="0"/>
            </a:endParaRPr>
          </a:p>
        </p:txBody>
      </p:sp>
      <p:pic>
        <p:nvPicPr>
          <p:cNvPr id="6" name="Google Shape;11;g189806ca93b_0_448">
            <a:extLst>
              <a:ext uri="{FF2B5EF4-FFF2-40B4-BE49-F238E27FC236}">
                <a16:creationId xmlns:a16="http://schemas.microsoft.com/office/drawing/2014/main" id="{5B124C79-503D-A255-BC8A-158E0C278C56}"/>
              </a:ext>
            </a:extLst>
          </p:cNvPr>
          <p:cNvPicPr preferRelativeResize="0"/>
          <p:nvPr userDrawn="1"/>
        </p:nvPicPr>
        <p:blipFill>
          <a:blip>
            <a:alphaModFix amt="5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BBB84199-63B2-21F0-B6C5-7D8DE3B5080B}"/>
              </a:ext>
            </a:extLst>
          </p:cNvPr>
          <p:cNvGrpSpPr/>
          <p:nvPr userDrawn="1"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bg1"/>
          </a:solidFill>
        </p:grpSpPr>
        <p:sp>
          <p:nvSpPr>
            <p:cNvPr id="8" name="Forma libre: forma 7">
              <a:extLst>
                <a:ext uri="{FF2B5EF4-FFF2-40B4-BE49-F238E27FC236}">
                  <a16:creationId xmlns:a16="http://schemas.microsoft.com/office/drawing/2014/main" id="{DDABD1B8-F54B-6D8A-445F-030A21CC39DD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D40AA503-266B-F0F6-EFF6-16AA52404A65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A2575D5E-C062-4C61-24BB-0AF6C77E9E55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sp>
        <p:nvSpPr>
          <p:cNvPr id="5" name="Marcador de pie de página 3">
            <a:extLst>
              <a:ext uri="{FF2B5EF4-FFF2-40B4-BE49-F238E27FC236}">
                <a16:creationId xmlns:a16="http://schemas.microsoft.com/office/drawing/2014/main" id="{79AFD682-99D5-FC50-55B7-C4E0D2A36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2301013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Instrucciones de uso para documentos PowerPoint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CEF76AB4-3B44-D444-139D-5CADA00FD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947" y="4788858"/>
            <a:ext cx="49234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‹Nº›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8D6BA02-D52E-8F86-0880-8AF693AFA486}"/>
              </a:ext>
            </a:extLst>
          </p:cNvPr>
          <p:cNvSpPr txBox="1"/>
          <p:nvPr userDrawn="1"/>
        </p:nvSpPr>
        <p:spPr>
          <a:xfrm>
            <a:off x="440735" y="450262"/>
            <a:ext cx="502389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b="1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Recursos visuales para diapositivas</a:t>
            </a:r>
            <a:endParaRPr lang="es-ES" sz="2000" b="1" dirty="0">
              <a:solidFill>
                <a:schemeClr val="bg1"/>
              </a:solidFill>
              <a:latin typeface="Satoshi" pitchFamily="50" charset="0"/>
            </a:endParaRPr>
          </a:p>
        </p:txBody>
      </p:sp>
      <p:sp>
        <p:nvSpPr>
          <p:cNvPr id="64" name="Google Shape;1789;g28d686f5039_0_718">
            <a:extLst>
              <a:ext uri="{FF2B5EF4-FFF2-40B4-BE49-F238E27FC236}">
                <a16:creationId xmlns:a16="http://schemas.microsoft.com/office/drawing/2014/main" id="{82DE8C82-E1E2-1DE7-0779-01693D730D6C}"/>
              </a:ext>
            </a:extLst>
          </p:cNvPr>
          <p:cNvSpPr txBox="1"/>
          <p:nvPr userDrawn="1"/>
        </p:nvSpPr>
        <p:spPr>
          <a:xfrm>
            <a:off x="440736" y="1329958"/>
            <a:ext cx="2077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Imágenes</a:t>
            </a:r>
            <a:endParaRPr sz="3000" b="0" i="0" u="none" strike="noStrike" cap="none" dirty="0">
              <a:solidFill>
                <a:schemeClr val="bg1"/>
              </a:solidFill>
              <a:latin typeface="Satoshi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73" name="Google Shape;1798;g28d686f5039_0_718">
            <a:extLst>
              <a:ext uri="{FF2B5EF4-FFF2-40B4-BE49-F238E27FC236}">
                <a16:creationId xmlns:a16="http://schemas.microsoft.com/office/drawing/2014/main" id="{A5EAE86C-5E42-D4E4-63EB-3A8FAE7C7F41}"/>
              </a:ext>
            </a:extLst>
          </p:cNvPr>
          <p:cNvSpPr/>
          <p:nvPr userDrawn="1"/>
        </p:nvSpPr>
        <p:spPr>
          <a:xfrm>
            <a:off x="440735" y="1854359"/>
            <a:ext cx="1826700" cy="135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Arial" panose="020B0604020202020204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https://www.freepik.es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https://www.pexels.com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https://pixabay.com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https://unsplash.com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F3F3F3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F3F3F3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F3F3F3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rgbClr val="F3F3F3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F3F3F3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</p:txBody>
      </p:sp>
      <p:grpSp>
        <p:nvGrpSpPr>
          <p:cNvPr id="101" name="Grupo 100">
            <a:extLst>
              <a:ext uri="{FF2B5EF4-FFF2-40B4-BE49-F238E27FC236}">
                <a16:creationId xmlns:a16="http://schemas.microsoft.com/office/drawing/2014/main" id="{B74A0AE1-E454-6663-EFD6-D9D9F460A286}"/>
              </a:ext>
            </a:extLst>
          </p:cNvPr>
          <p:cNvGrpSpPr/>
          <p:nvPr userDrawn="1"/>
        </p:nvGrpSpPr>
        <p:grpSpPr>
          <a:xfrm>
            <a:off x="2518447" y="1473740"/>
            <a:ext cx="77698" cy="2117899"/>
            <a:chOff x="2495455" y="1601756"/>
            <a:chExt cx="77698" cy="2117899"/>
          </a:xfrm>
        </p:grpSpPr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4EC65E22-DCC9-C5A6-7434-9E76A92E9A2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5184" y="1601756"/>
              <a:ext cx="3810" cy="928646"/>
            </a:xfrm>
            <a:prstGeom prst="line">
              <a:avLst/>
            </a:prstGeom>
            <a:ln w="31750" cap="rnd">
              <a:solidFill>
                <a:schemeClr val="bg1"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Diagrama de flujo: conector 92">
              <a:extLst>
                <a:ext uri="{FF2B5EF4-FFF2-40B4-BE49-F238E27FC236}">
                  <a16:creationId xmlns:a16="http://schemas.microsoft.com/office/drawing/2014/main" id="{9F578434-3DD1-2EB1-EBD9-0E643EB25895}"/>
                </a:ext>
              </a:extLst>
            </p:cNvPr>
            <p:cNvSpPr/>
            <p:nvPr userDrawn="1"/>
          </p:nvSpPr>
          <p:spPr>
            <a:xfrm>
              <a:off x="2495455" y="2641837"/>
              <a:ext cx="77698" cy="77000"/>
            </a:xfrm>
            <a:prstGeom prst="flowChartConnector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FBA5072F-1676-294D-270A-2AAC73F4AF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32399" y="2791009"/>
              <a:ext cx="3810" cy="928646"/>
            </a:xfrm>
            <a:prstGeom prst="line">
              <a:avLst/>
            </a:prstGeom>
            <a:ln w="31750" cap="rnd">
              <a:solidFill>
                <a:schemeClr val="bg1"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Google Shape;1798;g28d686f5039_0_718">
            <a:extLst>
              <a:ext uri="{FF2B5EF4-FFF2-40B4-BE49-F238E27FC236}">
                <a16:creationId xmlns:a16="http://schemas.microsoft.com/office/drawing/2014/main" id="{D785AE7C-23E3-8FE4-54BD-50B5EA40C6FA}"/>
              </a:ext>
            </a:extLst>
          </p:cNvPr>
          <p:cNvSpPr/>
          <p:nvPr userDrawn="1"/>
        </p:nvSpPr>
        <p:spPr>
          <a:xfrm>
            <a:off x="2981415" y="1848279"/>
            <a:ext cx="2149052" cy="135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Arial" panose="020B0604020202020204"/>
                <a:sym typeface="Montserra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https://www.flaticon.es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https://www.iconfinder.com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https://www.freepik.com/icons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1" u="none" strike="noStrike" cap="none" dirty="0">
              <a:solidFill>
                <a:schemeClr val="bg1"/>
              </a:solidFill>
              <a:latin typeface="Satoshi" pitchFamily="50" charset="0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F3F3F3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789;g28d686f5039_0_718">
            <a:extLst>
              <a:ext uri="{FF2B5EF4-FFF2-40B4-BE49-F238E27FC236}">
                <a16:creationId xmlns:a16="http://schemas.microsoft.com/office/drawing/2014/main" id="{F0DB5525-0C25-4C90-45CB-E1318A61C641}"/>
              </a:ext>
            </a:extLst>
          </p:cNvPr>
          <p:cNvSpPr txBox="1"/>
          <p:nvPr userDrawn="1"/>
        </p:nvSpPr>
        <p:spPr>
          <a:xfrm>
            <a:off x="3017341" y="1329958"/>
            <a:ext cx="2077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Iconos</a:t>
            </a:r>
            <a:endParaRPr sz="3000" b="0" i="0" u="none" strike="noStrike" cap="none" dirty="0">
              <a:solidFill>
                <a:schemeClr val="bg1"/>
              </a:solidFill>
              <a:latin typeface="Satoshi" pitchFamily="50" charset="0"/>
              <a:ea typeface="Arial"/>
              <a:cs typeface="Arial"/>
              <a:sym typeface="Arial"/>
            </a:endParaRPr>
          </a:p>
        </p:txBody>
      </p: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E86177AA-77E0-48C0-1CB7-D0F43025F149}"/>
              </a:ext>
            </a:extLst>
          </p:cNvPr>
          <p:cNvGrpSpPr/>
          <p:nvPr userDrawn="1"/>
        </p:nvGrpSpPr>
        <p:grpSpPr>
          <a:xfrm>
            <a:off x="5577688" y="1454871"/>
            <a:ext cx="77698" cy="2117899"/>
            <a:chOff x="2495455" y="1601756"/>
            <a:chExt cx="77698" cy="2117899"/>
          </a:xfrm>
        </p:grpSpPr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F0D6311E-D6BC-F87D-C442-E33F282878D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25184" y="1601756"/>
              <a:ext cx="3810" cy="928646"/>
            </a:xfrm>
            <a:prstGeom prst="line">
              <a:avLst/>
            </a:prstGeom>
            <a:ln w="31750" cap="rnd">
              <a:solidFill>
                <a:schemeClr val="bg1"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Diagrama de flujo: conector 103">
              <a:extLst>
                <a:ext uri="{FF2B5EF4-FFF2-40B4-BE49-F238E27FC236}">
                  <a16:creationId xmlns:a16="http://schemas.microsoft.com/office/drawing/2014/main" id="{8C8BB703-6FA5-D20F-CD66-D96FE9809BB9}"/>
                </a:ext>
              </a:extLst>
            </p:cNvPr>
            <p:cNvSpPr/>
            <p:nvPr userDrawn="1"/>
          </p:nvSpPr>
          <p:spPr>
            <a:xfrm>
              <a:off x="2495455" y="2641837"/>
              <a:ext cx="77698" cy="77000"/>
            </a:xfrm>
            <a:prstGeom prst="flowChartConnector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105" name="Conector recto 104">
              <a:extLst>
                <a:ext uri="{FF2B5EF4-FFF2-40B4-BE49-F238E27FC236}">
                  <a16:creationId xmlns:a16="http://schemas.microsoft.com/office/drawing/2014/main" id="{9E154319-6D57-FD8D-223B-DE677A7495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532399" y="2791009"/>
              <a:ext cx="3810" cy="928646"/>
            </a:xfrm>
            <a:prstGeom prst="line">
              <a:avLst/>
            </a:prstGeom>
            <a:ln w="31750" cap="rnd">
              <a:solidFill>
                <a:schemeClr val="bg1"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Google Shape;1789;g28d686f5039_0_718">
            <a:extLst>
              <a:ext uri="{FF2B5EF4-FFF2-40B4-BE49-F238E27FC236}">
                <a16:creationId xmlns:a16="http://schemas.microsoft.com/office/drawing/2014/main" id="{921E9343-E12D-29B7-987D-597E14C15359}"/>
              </a:ext>
            </a:extLst>
          </p:cNvPr>
          <p:cNvSpPr txBox="1"/>
          <p:nvPr userDrawn="1"/>
        </p:nvSpPr>
        <p:spPr>
          <a:xfrm>
            <a:off x="6094658" y="1329958"/>
            <a:ext cx="20772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s-ES" sz="1400" b="1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Vídeos</a:t>
            </a:r>
            <a:endParaRPr sz="3000" b="0" i="0" u="none" strike="noStrike" cap="none" dirty="0">
              <a:solidFill>
                <a:schemeClr val="bg1"/>
              </a:solidFill>
              <a:latin typeface="Satoshi" pitchFamily="50" charset="0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798;g28d686f5039_0_718">
            <a:extLst>
              <a:ext uri="{FF2B5EF4-FFF2-40B4-BE49-F238E27FC236}">
                <a16:creationId xmlns:a16="http://schemas.microsoft.com/office/drawing/2014/main" id="{5CB5EA82-5654-18F7-C72A-EACC0DCED021}"/>
              </a:ext>
            </a:extLst>
          </p:cNvPr>
          <p:cNvSpPr/>
          <p:nvPr userDrawn="1"/>
        </p:nvSpPr>
        <p:spPr>
          <a:xfrm>
            <a:off x="6044469" y="1864807"/>
            <a:ext cx="2428478" cy="1356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Arial" panose="020B0604020202020204"/>
                <a:sym typeface="Montserra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https://www.pexels.com/videos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  <a:hlinkClick r:id="rId11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 pixabay.com/videos/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s-ES" sz="1100" dirty="0">
                <a:solidFill>
                  <a:schemeClr val="bg1"/>
                </a:solidFill>
                <a:latin typeface="Satoshi" pitchFamily="50" charset="0"/>
              </a:rPr>
              <a:t>• </a:t>
            </a:r>
            <a:r>
              <a:rPr lang="es-ES" sz="1100" b="0" i="0" u="none" strike="noStrike" cap="none" dirty="0">
                <a:solidFill>
                  <a:schemeClr val="bg1"/>
                </a:solidFill>
                <a:latin typeface="Satoshi" pitchFamily="50" charset="0"/>
                <a:ea typeface="Montserrat"/>
                <a:cs typeface="Montserrat"/>
                <a:sym typeface="Montserrat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https://lifeofvids.com</a:t>
            </a: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ea typeface="Montserrat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cs typeface="Arial" panose="020B0604020202020204"/>
              <a:sym typeface="Montserra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es-ES" sz="1100" b="0" i="0" u="none" strike="noStrike" cap="none" dirty="0">
              <a:solidFill>
                <a:schemeClr val="bg1"/>
              </a:solidFill>
              <a:latin typeface="Satoshi" pitchFamily="50" charset="0"/>
              <a:cs typeface="Arial" panose="020B0604020202020204"/>
              <a:sym typeface="Arial" panose="020B060402020202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 dirty="0">
              <a:solidFill>
                <a:srgbClr val="F3F3F3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817;g28d686f5039_0_718">
            <a:extLst>
              <a:ext uri="{FF2B5EF4-FFF2-40B4-BE49-F238E27FC236}">
                <a16:creationId xmlns:a16="http://schemas.microsoft.com/office/drawing/2014/main" id="{3D3F83EE-4184-25DE-9D49-1D0E850CF225}"/>
              </a:ext>
            </a:extLst>
          </p:cNvPr>
          <p:cNvSpPr txBox="1"/>
          <p:nvPr userDrawn="1"/>
        </p:nvSpPr>
        <p:spPr>
          <a:xfrm>
            <a:off x="385231" y="4071225"/>
            <a:ext cx="6553200" cy="46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38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ES" sz="800" b="0" i="1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* Las páginas resaltadas son el banco externo oficial de Future Space. El resto son banco de recursos gratuitos.</a:t>
            </a:r>
            <a:endParaRPr sz="800" b="0" i="1" u="none" strike="noStrike" cap="none" dirty="0">
              <a:solidFill>
                <a:schemeClr val="lt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  <a:p>
            <a:pPr marL="0" marR="381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s-ES" sz="800" b="0" i="1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Montserrat"/>
                <a:sym typeface="Montserrat"/>
              </a:rPr>
              <a:t>* La descarga de cualquier contenido premium es posible contactando con el departamento comunicación.</a:t>
            </a:r>
            <a:endParaRPr sz="800" b="0" i="1" u="none" strike="noStrike" cap="none" dirty="0">
              <a:solidFill>
                <a:schemeClr val="lt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</p:txBody>
      </p:sp>
      <p:pic>
        <p:nvPicPr>
          <p:cNvPr id="11" name="Gráfico 3">
            <a:extLst>
              <a:ext uri="{FF2B5EF4-FFF2-40B4-BE49-F238E27FC236}">
                <a16:creationId xmlns:a16="http://schemas.microsoft.com/office/drawing/2014/main" id="{FD8572D5-58EB-BEF2-7F0C-92C171FED63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7679919" y="135972"/>
            <a:ext cx="1309208" cy="65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8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94" r:id="rId2"/>
    <p:sldLayoutId id="2147483656" r:id="rId3"/>
    <p:sldLayoutId id="2147483693" r:id="rId4"/>
    <p:sldLayoutId id="2147483658" r:id="rId5"/>
    <p:sldLayoutId id="2147483670" r:id="rId6"/>
    <p:sldLayoutId id="2147483673" r:id="rId7"/>
    <p:sldLayoutId id="2147483666" r:id="rId8"/>
    <p:sldLayoutId id="2147483665" r:id="rId9"/>
    <p:sldLayoutId id="2147483691" r:id="rId10"/>
    <p:sldLayoutId id="2147483684" r:id="rId11"/>
    <p:sldLayoutId id="2147483686" r:id="rId12"/>
    <p:sldLayoutId id="2147483685" r:id="rId13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8E8D-F867-2CD5-B22A-EB849B2B0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F5816BCF-C960-1902-F39C-21CD2B27A11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noFill/>
        </p:spPr>
        <p:txBody>
          <a:bodyPr/>
          <a:lstStyle/>
          <a:p>
            <a:endParaRPr lang="es-ES"/>
          </a:p>
        </p:txBody>
      </p:sp>
      <p:sp>
        <p:nvSpPr>
          <p:cNvPr id="8" name="Google Shape;105;g2a58531e4c3_0_69">
            <a:extLst>
              <a:ext uri="{FF2B5EF4-FFF2-40B4-BE49-F238E27FC236}">
                <a16:creationId xmlns:a16="http://schemas.microsoft.com/office/drawing/2014/main" id="{033AF715-9761-6E62-54C8-5208006E2586}"/>
              </a:ext>
            </a:extLst>
          </p:cNvPr>
          <p:cNvSpPr txBox="1"/>
          <p:nvPr/>
        </p:nvSpPr>
        <p:spPr>
          <a:xfrm>
            <a:off x="663957" y="2244045"/>
            <a:ext cx="7816085" cy="512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s-ES" sz="4000" b="1" i="0" u="none" strike="noStrike" cap="none" dirty="0">
                <a:solidFill>
                  <a:srgbClr val="FDFDFD"/>
                </a:solidFill>
                <a:latin typeface="Satoshi" pitchFamily="50" charset="0"/>
                <a:ea typeface="Montserrat SemiBold" panose="00000700000000000000"/>
                <a:cs typeface="Montserrat SemiBold" panose="00000700000000000000"/>
                <a:sym typeface="Montserrat SemiBold" panose="00000700000000000000"/>
              </a:rPr>
              <a:t>Título de la presentación</a:t>
            </a:r>
            <a:endParaRPr sz="4000" b="1" i="0" u="none" strike="noStrike" cap="none" dirty="0">
              <a:solidFill>
                <a:srgbClr val="FDFDFD"/>
              </a:solidFill>
              <a:latin typeface="Satoshi" pitchFamily="50" charset="0"/>
              <a:ea typeface="Montserrat SemiBold" panose="00000700000000000000"/>
              <a:cs typeface="Montserrat SemiBold" panose="00000700000000000000"/>
              <a:sym typeface="Montserrat SemiBold" panose="00000700000000000000"/>
            </a:endParaRPr>
          </a:p>
        </p:txBody>
      </p:sp>
      <p:sp>
        <p:nvSpPr>
          <p:cNvPr id="9" name="Google Shape;109;g2a58531e4c3_0_69">
            <a:extLst>
              <a:ext uri="{FF2B5EF4-FFF2-40B4-BE49-F238E27FC236}">
                <a16:creationId xmlns:a16="http://schemas.microsoft.com/office/drawing/2014/main" id="{0643E808-2C0D-7C4B-A868-C822AE393885}"/>
              </a:ext>
            </a:extLst>
          </p:cNvPr>
          <p:cNvSpPr txBox="1"/>
          <p:nvPr/>
        </p:nvSpPr>
        <p:spPr>
          <a:xfrm>
            <a:off x="2645557" y="2826920"/>
            <a:ext cx="3852883" cy="39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s-ES" sz="1500" b="1" i="0" u="none" strike="noStrike" cap="none" dirty="0">
                <a:solidFill>
                  <a:srgbClr val="FDFDFD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rPr>
              <a:t>Subtítulo de la presentación </a:t>
            </a:r>
            <a:endParaRPr sz="1500" b="1" i="0" u="none" strike="noStrike" cap="none" dirty="0">
              <a:solidFill>
                <a:srgbClr val="FFFFFF"/>
              </a:solidFill>
              <a:latin typeface="Satoshi" pitchFamily="50" charset="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2" name="Google Shape;109;g2a58531e4c3_0_69">
            <a:extLst>
              <a:ext uri="{FF2B5EF4-FFF2-40B4-BE49-F238E27FC236}">
                <a16:creationId xmlns:a16="http://schemas.microsoft.com/office/drawing/2014/main" id="{57E3B45F-7511-B1CF-5374-578D7FDF8215}"/>
              </a:ext>
            </a:extLst>
          </p:cNvPr>
          <p:cNvSpPr txBox="1"/>
          <p:nvPr/>
        </p:nvSpPr>
        <p:spPr>
          <a:xfrm>
            <a:off x="204586" y="4240020"/>
            <a:ext cx="3772631" cy="39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s-ES" sz="800" b="1" dirty="0">
                <a:solidFill>
                  <a:schemeClr val="bg1"/>
                </a:solidFill>
                <a:latin typeface="Satoshi" pitchFamily="50" charset="0"/>
              </a:rPr>
              <a:t>Área o departamento · Tipo de presentación · Nombre cliente</a:t>
            </a:r>
            <a:endParaRPr sz="800" b="1" i="0" u="none" strike="noStrike" cap="none" dirty="0">
              <a:solidFill>
                <a:schemeClr val="bg1"/>
              </a:solidFill>
              <a:latin typeface="Satoshi" pitchFamily="50" charset="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646611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6AE80-0BBC-97E8-0A31-1649E0F55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a58531e4c3_0_69"/>
          <p:cNvSpPr txBox="1"/>
          <p:nvPr/>
        </p:nvSpPr>
        <p:spPr>
          <a:xfrm>
            <a:off x="341746" y="2059214"/>
            <a:ext cx="6392885" cy="512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SzPts val="2000"/>
            </a:pPr>
            <a:r>
              <a:rPr lang="es-ES" sz="4000" b="1" dirty="0">
                <a:solidFill>
                  <a:srgbClr val="FDFDFD"/>
                </a:solidFill>
                <a:latin typeface="Satoshi" pitchFamily="50" charset="0"/>
                <a:ea typeface="Montserrat SemiBold" panose="00000700000000000000"/>
                <a:cs typeface="Montserrat SemiBold" panose="00000700000000000000"/>
                <a:sym typeface="Montserrat SemiBold" panose="00000700000000000000"/>
              </a:rPr>
              <a:t>Título de la presentación</a:t>
            </a:r>
          </a:p>
        </p:txBody>
      </p:sp>
      <p:sp>
        <p:nvSpPr>
          <p:cNvPr id="11" name="Google Shape;109;g2a58531e4c3_0_69">
            <a:extLst>
              <a:ext uri="{FF2B5EF4-FFF2-40B4-BE49-F238E27FC236}">
                <a16:creationId xmlns:a16="http://schemas.microsoft.com/office/drawing/2014/main" id="{A0EBC1E6-EA30-AC7C-8C86-E441C85BF2CE}"/>
              </a:ext>
            </a:extLst>
          </p:cNvPr>
          <p:cNvSpPr txBox="1"/>
          <p:nvPr/>
        </p:nvSpPr>
        <p:spPr>
          <a:xfrm>
            <a:off x="341746" y="2583997"/>
            <a:ext cx="3852883" cy="392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s-ES" sz="2000" b="1" dirty="0">
                <a:solidFill>
                  <a:srgbClr val="FDFDFD"/>
                </a:solidFill>
                <a:latin typeface="Satoshi" pitchFamily="50" charset="0"/>
              </a:rPr>
              <a:t>Subtítulo de la presentación </a:t>
            </a:r>
            <a:endParaRPr lang="es-ES" sz="2000" b="1" dirty="0">
              <a:solidFill>
                <a:srgbClr val="FFFFFF"/>
              </a:solidFill>
              <a:latin typeface="Satoshi" pitchFamily="50" charset="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  <p:sp>
        <p:nvSpPr>
          <p:cNvPr id="12" name="Google Shape;109;g2a58531e4c3_0_69">
            <a:extLst>
              <a:ext uri="{FF2B5EF4-FFF2-40B4-BE49-F238E27FC236}">
                <a16:creationId xmlns:a16="http://schemas.microsoft.com/office/drawing/2014/main" id="{2E575108-C5E6-31B0-4C5B-CC0EF5263200}"/>
              </a:ext>
            </a:extLst>
          </p:cNvPr>
          <p:cNvSpPr txBox="1"/>
          <p:nvPr/>
        </p:nvSpPr>
        <p:spPr>
          <a:xfrm>
            <a:off x="250306" y="4765800"/>
            <a:ext cx="3772631" cy="32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s-ES" sz="800" b="1" dirty="0">
                <a:solidFill>
                  <a:schemeClr val="bg1"/>
                </a:solidFill>
                <a:latin typeface="Satoshi" pitchFamily="50" charset="0"/>
              </a:rPr>
              <a:t>Área o departamento · Tipo de presentación · Nombre cliente</a:t>
            </a:r>
            <a:endParaRPr lang="es-ES" sz="800" b="1" dirty="0">
              <a:solidFill>
                <a:schemeClr val="bg1"/>
              </a:solidFill>
              <a:latin typeface="Satoshi" pitchFamily="50" charset="0"/>
              <a:ea typeface="Montserrat" panose="00000500000000000000"/>
              <a:cs typeface="Montserrat" panose="00000500000000000000"/>
              <a:sym typeface="Montserrat" panose="00000500000000000000"/>
            </a:endParaRPr>
          </a:p>
        </p:txBody>
      </p:sp>
    </p:spTree>
    <p:extLst>
      <p:ext uri="{BB962C8B-B14F-4D97-AF65-F5344CB8AC3E}">
        <p14:creationId xmlns:p14="http://schemas.microsoft.com/office/powerpoint/2010/main" val="3340183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FA56BE-B54E-B6A5-078F-6934DDFEF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31CF836-3F12-B0E8-E9FC-3E98DAD91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3</a:t>
            </a:fld>
            <a:endParaRPr lang="es-ES" sz="800" dirty="0"/>
          </a:p>
        </p:txBody>
      </p:sp>
      <p:sp>
        <p:nvSpPr>
          <p:cNvPr id="35" name="Marcador de pie de página 2">
            <a:extLst>
              <a:ext uri="{FF2B5EF4-FFF2-40B4-BE49-F238E27FC236}">
                <a16:creationId xmlns:a16="http://schemas.microsoft.com/office/drawing/2014/main" id="{A89ED2BF-799A-BBB4-88FA-038EE47EF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ABA2345-12A6-6983-E49A-321CE6C6880B}"/>
              </a:ext>
            </a:extLst>
          </p:cNvPr>
          <p:cNvSpPr txBox="1"/>
          <p:nvPr/>
        </p:nvSpPr>
        <p:spPr>
          <a:xfrm>
            <a:off x="696321" y="781123"/>
            <a:ext cx="3220888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s-ES" sz="2400" b="1" dirty="0">
                <a:solidFill>
                  <a:schemeClr val="bg1"/>
                </a:solidFill>
                <a:latin typeface="Satoshi" pitchFamily="50" charset="0"/>
              </a:rPr>
              <a:t>Tabla de contenido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4A15338-9F2A-5732-77B7-4971BFE959E1}"/>
              </a:ext>
            </a:extLst>
          </p:cNvPr>
          <p:cNvSpPr txBox="1"/>
          <p:nvPr/>
        </p:nvSpPr>
        <p:spPr>
          <a:xfrm>
            <a:off x="736137" y="1403368"/>
            <a:ext cx="4154193" cy="795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/>
            </a:pPr>
            <a:r>
              <a:rPr lang="es-ES" sz="1000" dirty="0">
                <a:solidFill>
                  <a:schemeClr val="bg1"/>
                </a:solidFill>
                <a:latin typeface="Satoshi" pitchFamily="50" charset="0"/>
              </a:rPr>
              <a:t>Esta sección destaca, recoge y documenta los elementos clave del contenido que se desarrollará a lo largo del documento, ofreciendo una visión general de los aspectos fundamentales que lo estructuran y dan coherencia.</a:t>
            </a:r>
            <a:endParaRPr lang="es-ES" sz="1000" b="1" dirty="0">
              <a:solidFill>
                <a:schemeClr val="bg1"/>
              </a:solidFill>
              <a:latin typeface="Satoshi" pitchFamily="50" charset="0"/>
            </a:endParaRP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BCF5E1FE-D013-8AEB-3977-DB135A89B812}"/>
              </a:ext>
            </a:extLst>
          </p:cNvPr>
          <p:cNvGrpSpPr/>
          <p:nvPr/>
        </p:nvGrpSpPr>
        <p:grpSpPr>
          <a:xfrm>
            <a:off x="853335" y="2661406"/>
            <a:ext cx="4253711" cy="1400738"/>
            <a:chOff x="475830" y="2673262"/>
            <a:chExt cx="4253711" cy="1400738"/>
          </a:xfrm>
        </p:grpSpPr>
        <p:pic>
          <p:nvPicPr>
            <p:cNvPr id="58" name="Gráfico 57">
              <a:extLst>
                <a:ext uri="{FF2B5EF4-FFF2-40B4-BE49-F238E27FC236}">
                  <a16:creationId xmlns:a16="http://schemas.microsoft.com/office/drawing/2014/main" id="{96352C69-521A-F3E9-D69F-8069C6CA514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5830" y="3881101"/>
              <a:ext cx="142450" cy="142450"/>
            </a:xfrm>
            <a:prstGeom prst="rect">
              <a:avLst/>
            </a:prstGeom>
          </p:spPr>
        </p:pic>
        <p:grpSp>
          <p:nvGrpSpPr>
            <p:cNvPr id="61" name="Grupo 60">
              <a:extLst>
                <a:ext uri="{FF2B5EF4-FFF2-40B4-BE49-F238E27FC236}">
                  <a16:creationId xmlns:a16="http://schemas.microsoft.com/office/drawing/2014/main" id="{61CECB57-A74D-A82F-A1D8-F780BFFBAE55}"/>
                </a:ext>
              </a:extLst>
            </p:cNvPr>
            <p:cNvGrpSpPr/>
            <p:nvPr/>
          </p:nvGrpSpPr>
          <p:grpSpPr>
            <a:xfrm>
              <a:off x="475830" y="2673262"/>
              <a:ext cx="4253711" cy="1400738"/>
              <a:chOff x="475830" y="2673262"/>
              <a:chExt cx="4253711" cy="1400738"/>
            </a:xfrm>
          </p:grpSpPr>
          <p:pic>
            <p:nvPicPr>
              <p:cNvPr id="40" name="Gráfico 39">
                <a:extLst>
                  <a:ext uri="{FF2B5EF4-FFF2-40B4-BE49-F238E27FC236}">
                    <a16:creationId xmlns:a16="http://schemas.microsoft.com/office/drawing/2014/main" id="{B8891D6F-C9F6-95B6-0FCE-36D601412D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032760" y="3904853"/>
                <a:ext cx="100210" cy="100210"/>
              </a:xfrm>
              <a:prstGeom prst="rect">
                <a:avLst/>
              </a:prstGeom>
            </p:spPr>
          </p:pic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4E830E35-EDC5-E78B-38E9-5429B9230B41}"/>
                  </a:ext>
                </a:extLst>
              </p:cNvPr>
              <p:cNvGrpSpPr/>
              <p:nvPr/>
            </p:nvGrpSpPr>
            <p:grpSpPr>
              <a:xfrm>
                <a:off x="475830" y="2673262"/>
                <a:ext cx="4253711" cy="1400738"/>
                <a:chOff x="475830" y="2673262"/>
                <a:chExt cx="4253711" cy="1400738"/>
              </a:xfrm>
            </p:grpSpPr>
            <p:grpSp>
              <p:nvGrpSpPr>
                <p:cNvPr id="42" name="Grupo 41">
                  <a:extLst>
                    <a:ext uri="{FF2B5EF4-FFF2-40B4-BE49-F238E27FC236}">
                      <a16:creationId xmlns:a16="http://schemas.microsoft.com/office/drawing/2014/main" id="{6B5CAC0C-950B-9A75-8ED0-00DA30091301}"/>
                    </a:ext>
                  </a:extLst>
                </p:cNvPr>
                <p:cNvGrpSpPr/>
                <p:nvPr/>
              </p:nvGrpSpPr>
              <p:grpSpPr>
                <a:xfrm>
                  <a:off x="475830" y="2673262"/>
                  <a:ext cx="4253711" cy="1020549"/>
                  <a:chOff x="475830" y="2673262"/>
                  <a:chExt cx="4253711" cy="1020549"/>
                </a:xfrm>
              </p:grpSpPr>
              <p:pic>
                <p:nvPicPr>
                  <p:cNvPr id="7" name="Gráfico 6">
                    <a:extLst>
                      <a:ext uri="{FF2B5EF4-FFF2-40B4-BE49-F238E27FC236}">
                        <a16:creationId xmlns:a16="http://schemas.microsoft.com/office/drawing/2014/main" id="{1D3850D0-18FB-78B5-9431-26F6DDA55B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32760" y="3531310"/>
                    <a:ext cx="100210" cy="100210"/>
                  </a:xfrm>
                  <a:prstGeom prst="rect">
                    <a:avLst/>
                  </a:prstGeom>
                </p:spPr>
              </p:pic>
              <p:pic>
                <p:nvPicPr>
                  <p:cNvPr id="8" name="Gráfico 7">
                    <a:extLst>
                      <a:ext uri="{FF2B5EF4-FFF2-40B4-BE49-F238E27FC236}">
                        <a16:creationId xmlns:a16="http://schemas.microsoft.com/office/drawing/2014/main" id="{F39238A3-353F-72BF-B86D-ED638F16F2E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73804" y="3121514"/>
                    <a:ext cx="142450" cy="142450"/>
                  </a:xfrm>
                  <a:prstGeom prst="rect">
                    <a:avLst/>
                  </a:prstGeom>
                </p:spPr>
              </p:pic>
              <p:pic>
                <p:nvPicPr>
                  <p:cNvPr id="9" name="Gráfico 8">
                    <a:extLst>
                      <a:ext uri="{FF2B5EF4-FFF2-40B4-BE49-F238E27FC236}">
                        <a16:creationId xmlns:a16="http://schemas.microsoft.com/office/drawing/2014/main" id="{981A97E3-04C7-6F51-3169-7BD07BD0366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73804" y="2747336"/>
                    <a:ext cx="142450" cy="142450"/>
                  </a:xfrm>
                  <a:prstGeom prst="rect">
                    <a:avLst/>
                  </a:prstGeom>
                </p:spPr>
              </p:pic>
              <p:grpSp>
                <p:nvGrpSpPr>
                  <p:cNvPr id="37" name="Grupo 36">
                    <a:extLst>
                      <a:ext uri="{FF2B5EF4-FFF2-40B4-BE49-F238E27FC236}">
                        <a16:creationId xmlns:a16="http://schemas.microsoft.com/office/drawing/2014/main" id="{24E99C4B-BBE5-9951-C2F0-DB5C3B4EDFE1}"/>
                      </a:ext>
                    </a:extLst>
                  </p:cNvPr>
                  <p:cNvGrpSpPr/>
                  <p:nvPr/>
                </p:nvGrpSpPr>
                <p:grpSpPr>
                  <a:xfrm>
                    <a:off x="475830" y="2673262"/>
                    <a:ext cx="4253711" cy="1020549"/>
                    <a:chOff x="538088" y="2735901"/>
                    <a:chExt cx="4253711" cy="1020549"/>
                  </a:xfrm>
                </p:grpSpPr>
                <p:pic>
                  <p:nvPicPr>
                    <p:cNvPr id="10" name="Gráfico 9">
                      <a:extLst>
                        <a:ext uri="{FF2B5EF4-FFF2-40B4-BE49-F238E27FC236}">
                          <a16:creationId xmlns:a16="http://schemas.microsoft.com/office/drawing/2014/main" id="{C9B4C464-5228-89D4-F099-FC8514E7E5AA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3563551"/>
                      <a:ext cx="142450" cy="142450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6" name="Grupo 25">
                      <a:extLst>
                        <a:ext uri="{FF2B5EF4-FFF2-40B4-BE49-F238E27FC236}">
                          <a16:creationId xmlns:a16="http://schemas.microsoft.com/office/drawing/2014/main" id="{1C48AD3B-DA4E-92A1-5BB4-9E934F7E9FA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0538" y="2735901"/>
                      <a:ext cx="4111261" cy="1020549"/>
                      <a:chOff x="660399" y="2698621"/>
                      <a:chExt cx="4111261" cy="1020549"/>
                    </a:xfrm>
                  </p:grpSpPr>
                  <p:sp>
                    <p:nvSpPr>
                      <p:cNvPr id="27" name="CuadroTexto 26">
                        <a:extLst>
                          <a:ext uri="{FF2B5EF4-FFF2-40B4-BE49-F238E27FC236}">
                            <a16:creationId xmlns:a16="http://schemas.microsoft.com/office/drawing/2014/main" id="{77046046-48D9-06B7-1869-5B2AD34F8F58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400" y="307881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bg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28" name="CuadroTexto 27">
                        <a:extLst>
                          <a:ext uri="{FF2B5EF4-FFF2-40B4-BE49-F238E27FC236}">
                            <a16:creationId xmlns:a16="http://schemas.microsoft.com/office/drawing/2014/main" id="{F9145F3D-DC61-66E2-29D3-C1387F7FDE69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400" y="2698621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bg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29" name="CuadroTexto 28">
                        <a:extLst>
                          <a:ext uri="{FF2B5EF4-FFF2-40B4-BE49-F238E27FC236}">
                            <a16:creationId xmlns:a16="http://schemas.microsoft.com/office/drawing/2014/main" id="{D4C83175-BB78-3733-3B83-563117464557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399" y="345756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bg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0" name="CuadroTexto 29">
                        <a:extLst>
                          <a:ext uri="{FF2B5EF4-FFF2-40B4-BE49-F238E27FC236}">
                            <a16:creationId xmlns:a16="http://schemas.microsoft.com/office/drawing/2014/main" id="{4A1CFEFF-ECB1-3DE4-7393-27E103FE8DA5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2958374" y="2698621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bg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1" name="CuadroTexto 30">
                        <a:extLst>
                          <a:ext uri="{FF2B5EF4-FFF2-40B4-BE49-F238E27FC236}">
                            <a16:creationId xmlns:a16="http://schemas.microsoft.com/office/drawing/2014/main" id="{4861A238-C77A-5D1C-2073-94CD0136D788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2958374" y="307881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bg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2" name="CuadroTexto 31">
                        <a:extLst>
                          <a:ext uri="{FF2B5EF4-FFF2-40B4-BE49-F238E27FC236}">
                            <a16:creationId xmlns:a16="http://schemas.microsoft.com/office/drawing/2014/main" id="{7D36C191-D763-4A00-0857-92B3481AA2E9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3175089" y="345756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bg1"/>
                            </a:solidFill>
                            <a:latin typeface="Satoshi" pitchFamily="50" charset="0"/>
                          </a:rPr>
                          <a:t>Subtítulo de la sección</a:t>
                        </a:r>
                      </a:p>
                    </p:txBody>
                  </p:sp>
                </p:grpSp>
                <p:pic>
                  <p:nvPicPr>
                    <p:cNvPr id="33" name="Gráfico 32">
                      <a:extLst>
                        <a:ext uri="{FF2B5EF4-FFF2-40B4-BE49-F238E27FC236}">
                          <a16:creationId xmlns:a16="http://schemas.microsoft.com/office/drawing/2014/main" id="{EB1746DE-5391-2101-29F2-80168B33AE0B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3190973"/>
                      <a:ext cx="142450" cy="14245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4" name="Gráfico 33">
                      <a:extLst>
                        <a:ext uri="{FF2B5EF4-FFF2-40B4-BE49-F238E27FC236}">
                          <a16:creationId xmlns:a16="http://schemas.microsoft.com/office/drawing/2014/main" id="{609F56E5-A71A-866F-8073-C45C6AC75FE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2801555"/>
                      <a:ext cx="142450" cy="14245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1A814E11-B639-FC55-D820-F1626B8F2D56}"/>
                    </a:ext>
                  </a:extLst>
                </p:cNvPr>
                <p:cNvSpPr txBox="1"/>
                <p:nvPr/>
              </p:nvSpPr>
              <p:spPr>
                <a:xfrm>
                  <a:off x="3132970" y="3805744"/>
                  <a:ext cx="159657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100" dirty="0">
                      <a:solidFill>
                        <a:schemeClr val="bg1"/>
                      </a:solidFill>
                      <a:latin typeface="Satoshi" pitchFamily="50" charset="0"/>
                    </a:rPr>
                    <a:t>Subtítulo de la sección</a:t>
                  </a:r>
                </a:p>
              </p:txBody>
            </p:sp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E136A1AF-3D25-8525-6B6A-8A84D7A488D4}"/>
                    </a:ext>
                  </a:extLst>
                </p:cNvPr>
                <p:cNvSpPr txBox="1"/>
                <p:nvPr/>
              </p:nvSpPr>
              <p:spPr>
                <a:xfrm>
                  <a:off x="618280" y="3812390"/>
                  <a:ext cx="159657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100" dirty="0">
                      <a:solidFill>
                        <a:schemeClr val="bg1"/>
                      </a:solidFill>
                      <a:latin typeface="Satoshi" pitchFamily="50" charset="0"/>
                    </a:rPr>
                    <a:t>Título de la sección</a:t>
                  </a:r>
                </a:p>
              </p:txBody>
            </p:sp>
          </p:grpSp>
        </p:grp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6819BF94-6D8D-352A-1479-C126262BDDBB}"/>
              </a:ext>
            </a:extLst>
          </p:cNvPr>
          <p:cNvGrpSpPr/>
          <p:nvPr/>
        </p:nvGrpSpPr>
        <p:grpSpPr>
          <a:xfrm>
            <a:off x="378234" y="1079916"/>
            <a:ext cx="77698" cy="2983668"/>
            <a:chOff x="423720" y="1110538"/>
            <a:chExt cx="77698" cy="2983668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0C8DA9F7-F976-C600-151B-3899D8B54098}"/>
                </a:ext>
              </a:extLst>
            </p:cNvPr>
            <p:cNvCxnSpPr>
              <a:cxnSpLocks/>
            </p:cNvCxnSpPr>
            <p:nvPr/>
          </p:nvCxnSpPr>
          <p:spPr>
            <a:xfrm>
              <a:off x="462569" y="1310243"/>
              <a:ext cx="0" cy="730911"/>
            </a:xfrm>
            <a:prstGeom prst="line">
              <a:avLst/>
            </a:prstGeom>
            <a:ln w="3175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5FA9243F-D50A-0F21-3111-BFC062689DDE}"/>
                </a:ext>
              </a:extLst>
            </p:cNvPr>
            <p:cNvGrpSpPr/>
            <p:nvPr/>
          </p:nvGrpSpPr>
          <p:grpSpPr>
            <a:xfrm>
              <a:off x="423720" y="1110538"/>
              <a:ext cx="77698" cy="2983668"/>
              <a:chOff x="423720" y="1110538"/>
              <a:chExt cx="77698" cy="2983668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6918AC1A-1FC4-1376-B24B-78EFE0981EBE}"/>
                  </a:ext>
                </a:extLst>
              </p:cNvPr>
              <p:cNvGrpSpPr/>
              <p:nvPr/>
            </p:nvGrpSpPr>
            <p:grpSpPr>
              <a:xfrm>
                <a:off x="423720" y="1110538"/>
                <a:ext cx="77698" cy="2327277"/>
                <a:chOff x="4544580" y="1340315"/>
                <a:chExt cx="77698" cy="2327277"/>
              </a:xfrm>
            </p:grpSpPr>
            <p:sp>
              <p:nvSpPr>
                <p:cNvPr id="15" name="Diagrama de flujo: conector 14">
                  <a:extLst>
                    <a:ext uri="{FF2B5EF4-FFF2-40B4-BE49-F238E27FC236}">
                      <a16:creationId xmlns:a16="http://schemas.microsoft.com/office/drawing/2014/main" id="{25ACCBC7-CEEF-B5A5-54E8-B3E616B1E97A}"/>
                    </a:ext>
                  </a:extLst>
                </p:cNvPr>
                <p:cNvSpPr/>
                <p:nvPr/>
              </p:nvSpPr>
              <p:spPr>
                <a:xfrm>
                  <a:off x="4544580" y="1340315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" name="Diagrama de flujo: conector 15">
                  <a:extLst>
                    <a:ext uri="{FF2B5EF4-FFF2-40B4-BE49-F238E27FC236}">
                      <a16:creationId xmlns:a16="http://schemas.microsoft.com/office/drawing/2014/main" id="{739D438F-3211-49F7-80F5-3E45D03367DD}"/>
                    </a:ext>
                  </a:extLst>
                </p:cNvPr>
                <p:cNvSpPr/>
                <p:nvPr/>
              </p:nvSpPr>
              <p:spPr>
                <a:xfrm>
                  <a:off x="4544580" y="2413964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" name="Diagrama de flujo: conector 16">
                  <a:extLst>
                    <a:ext uri="{FF2B5EF4-FFF2-40B4-BE49-F238E27FC236}">
                      <a16:creationId xmlns:a16="http://schemas.microsoft.com/office/drawing/2014/main" id="{C1E16D9D-0F84-2DAE-36DE-9D8BA7FD9FA9}"/>
                    </a:ext>
                  </a:extLst>
                </p:cNvPr>
                <p:cNvSpPr/>
                <p:nvPr/>
              </p:nvSpPr>
              <p:spPr>
                <a:xfrm>
                  <a:off x="4544580" y="3590592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CEE049A4-DCB5-6C6E-5FBA-5AC4D8CC57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569" y="2450329"/>
                <a:ext cx="0" cy="730911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3D8B4C31-CD51-0555-5CD5-2CBB2C8AB6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558" y="3589519"/>
                <a:ext cx="0" cy="504687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025414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69D078-6DD1-A1F8-2D56-EDEF2D34E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002AC38-E935-0780-0B64-CD7D2BC6F6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4</a:t>
            </a:fld>
            <a:endParaRPr lang="es-ES" sz="800" dirty="0"/>
          </a:p>
        </p:txBody>
      </p:sp>
      <p:sp>
        <p:nvSpPr>
          <p:cNvPr id="35" name="Marcador de pie de página 2">
            <a:extLst>
              <a:ext uri="{FF2B5EF4-FFF2-40B4-BE49-F238E27FC236}">
                <a16:creationId xmlns:a16="http://schemas.microsoft.com/office/drawing/2014/main" id="{9CE21500-13F3-2FC5-3255-C930B88041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B979282-652D-FA90-8B5E-AD6C40B76F83}"/>
              </a:ext>
            </a:extLst>
          </p:cNvPr>
          <p:cNvSpPr txBox="1"/>
          <p:nvPr/>
        </p:nvSpPr>
        <p:spPr>
          <a:xfrm>
            <a:off x="696321" y="781123"/>
            <a:ext cx="3220888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s-ES" sz="2400" b="1" dirty="0">
                <a:solidFill>
                  <a:schemeClr val="tx1"/>
                </a:solidFill>
                <a:latin typeface="Satoshi" pitchFamily="50" charset="0"/>
              </a:rPr>
              <a:t>Tabla de contenido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A967A77-7043-2ACE-675B-E57633FA5A0C}"/>
              </a:ext>
            </a:extLst>
          </p:cNvPr>
          <p:cNvSpPr txBox="1"/>
          <p:nvPr/>
        </p:nvSpPr>
        <p:spPr>
          <a:xfrm>
            <a:off x="736137" y="1403368"/>
            <a:ext cx="4154193" cy="795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/>
            </a:pPr>
            <a:r>
              <a:rPr lang="es-ES" sz="1000" dirty="0">
                <a:solidFill>
                  <a:schemeClr val="tx1"/>
                </a:solidFill>
                <a:latin typeface="Satoshi" pitchFamily="50" charset="0"/>
              </a:rPr>
              <a:t>Esta sección destaca, recoge y documenta los elementos clave del contenido que se desarrollará a lo largo del documento, ofreciendo una visión general de los aspectos fundamentales que lo estructuran y dan coherencia.</a:t>
            </a:r>
            <a:endParaRPr lang="es-ES" sz="1000" b="1" dirty="0">
              <a:solidFill>
                <a:schemeClr val="tx1"/>
              </a:solidFill>
              <a:latin typeface="Satoshi" pitchFamily="50" charset="0"/>
            </a:endParaRP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AD2B5E5E-18CC-CE21-D497-0CBD9ADFE344}"/>
              </a:ext>
            </a:extLst>
          </p:cNvPr>
          <p:cNvGrpSpPr/>
          <p:nvPr/>
        </p:nvGrpSpPr>
        <p:grpSpPr>
          <a:xfrm>
            <a:off x="853335" y="2661406"/>
            <a:ext cx="4253711" cy="1402178"/>
            <a:chOff x="475830" y="2673262"/>
            <a:chExt cx="4253711" cy="1402178"/>
          </a:xfrm>
        </p:grpSpPr>
        <p:pic>
          <p:nvPicPr>
            <p:cNvPr id="58" name="Gráfico 57">
              <a:extLst>
                <a:ext uri="{FF2B5EF4-FFF2-40B4-BE49-F238E27FC236}">
                  <a16:creationId xmlns:a16="http://schemas.microsoft.com/office/drawing/2014/main" id="{F509E685-5AE8-A48B-3242-02FA8330B4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8675" y="3882541"/>
              <a:ext cx="142450" cy="142450"/>
            </a:xfrm>
            <a:prstGeom prst="rect">
              <a:avLst/>
            </a:prstGeom>
          </p:spPr>
        </p:pic>
        <p:grpSp>
          <p:nvGrpSpPr>
            <p:cNvPr id="61" name="Grupo 60">
              <a:extLst>
                <a:ext uri="{FF2B5EF4-FFF2-40B4-BE49-F238E27FC236}">
                  <a16:creationId xmlns:a16="http://schemas.microsoft.com/office/drawing/2014/main" id="{CD513C61-75BD-8B80-BE2D-F04630FC6CF4}"/>
                </a:ext>
              </a:extLst>
            </p:cNvPr>
            <p:cNvGrpSpPr/>
            <p:nvPr/>
          </p:nvGrpSpPr>
          <p:grpSpPr>
            <a:xfrm>
              <a:off x="475830" y="2673262"/>
              <a:ext cx="4253711" cy="1402178"/>
              <a:chOff x="475830" y="2673262"/>
              <a:chExt cx="4253711" cy="1402178"/>
            </a:xfrm>
          </p:grpSpPr>
          <p:pic>
            <p:nvPicPr>
              <p:cNvPr id="40" name="Gráfico 39">
                <a:extLst>
                  <a:ext uri="{FF2B5EF4-FFF2-40B4-BE49-F238E27FC236}">
                    <a16:creationId xmlns:a16="http://schemas.microsoft.com/office/drawing/2014/main" id="{7FF0EC6D-E7E1-6F9B-0BFD-244F33ACF8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032760" y="3904853"/>
                <a:ext cx="100210" cy="100210"/>
              </a:xfrm>
              <a:prstGeom prst="rect">
                <a:avLst/>
              </a:prstGeom>
            </p:spPr>
          </p:pic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DB54A832-8EED-05FC-AF31-28FA1CC6A4FA}"/>
                  </a:ext>
                </a:extLst>
              </p:cNvPr>
              <p:cNvGrpSpPr/>
              <p:nvPr/>
            </p:nvGrpSpPr>
            <p:grpSpPr>
              <a:xfrm>
                <a:off x="475830" y="2673262"/>
                <a:ext cx="4253711" cy="1402178"/>
                <a:chOff x="475830" y="2673262"/>
                <a:chExt cx="4253711" cy="1402178"/>
              </a:xfrm>
            </p:grpSpPr>
            <p:grpSp>
              <p:nvGrpSpPr>
                <p:cNvPr id="42" name="Grupo 41">
                  <a:extLst>
                    <a:ext uri="{FF2B5EF4-FFF2-40B4-BE49-F238E27FC236}">
                      <a16:creationId xmlns:a16="http://schemas.microsoft.com/office/drawing/2014/main" id="{41D2A68F-5CF1-A6F7-3156-C2A1217347E9}"/>
                    </a:ext>
                  </a:extLst>
                </p:cNvPr>
                <p:cNvGrpSpPr/>
                <p:nvPr/>
              </p:nvGrpSpPr>
              <p:grpSpPr>
                <a:xfrm>
                  <a:off x="475830" y="2673262"/>
                  <a:ext cx="4253711" cy="1020549"/>
                  <a:chOff x="475830" y="2673262"/>
                  <a:chExt cx="4253711" cy="1020549"/>
                </a:xfrm>
              </p:grpSpPr>
              <p:pic>
                <p:nvPicPr>
                  <p:cNvPr id="7" name="Gráfico 6">
                    <a:extLst>
                      <a:ext uri="{FF2B5EF4-FFF2-40B4-BE49-F238E27FC236}">
                        <a16:creationId xmlns:a16="http://schemas.microsoft.com/office/drawing/2014/main" id="{1CC9DE0E-DA93-AECC-0E8C-77EE0C3D67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32760" y="3531310"/>
                    <a:ext cx="100210" cy="100210"/>
                  </a:xfrm>
                  <a:prstGeom prst="rect">
                    <a:avLst/>
                  </a:prstGeom>
                </p:spPr>
              </p:pic>
              <p:pic>
                <p:nvPicPr>
                  <p:cNvPr id="8" name="Gráfico 7">
                    <a:extLst>
                      <a:ext uri="{FF2B5EF4-FFF2-40B4-BE49-F238E27FC236}">
                        <a16:creationId xmlns:a16="http://schemas.microsoft.com/office/drawing/2014/main" id="{264F7211-38CE-8C91-DBCA-946D42CED96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73804" y="3121514"/>
                    <a:ext cx="142450" cy="142450"/>
                  </a:xfrm>
                  <a:prstGeom prst="rect">
                    <a:avLst/>
                  </a:prstGeom>
                </p:spPr>
              </p:pic>
              <p:pic>
                <p:nvPicPr>
                  <p:cNvPr id="9" name="Gráfico 8">
                    <a:extLst>
                      <a:ext uri="{FF2B5EF4-FFF2-40B4-BE49-F238E27FC236}">
                        <a16:creationId xmlns:a16="http://schemas.microsoft.com/office/drawing/2014/main" id="{4630F977-B738-C22B-4B87-6CCD022FA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73804" y="2747336"/>
                    <a:ext cx="142450" cy="142450"/>
                  </a:xfrm>
                  <a:prstGeom prst="rect">
                    <a:avLst/>
                  </a:prstGeom>
                </p:spPr>
              </p:pic>
              <p:grpSp>
                <p:nvGrpSpPr>
                  <p:cNvPr id="37" name="Grupo 36">
                    <a:extLst>
                      <a:ext uri="{FF2B5EF4-FFF2-40B4-BE49-F238E27FC236}">
                        <a16:creationId xmlns:a16="http://schemas.microsoft.com/office/drawing/2014/main" id="{F1E55C83-9616-9DAA-2089-0B3D2DA5990F}"/>
                      </a:ext>
                    </a:extLst>
                  </p:cNvPr>
                  <p:cNvGrpSpPr/>
                  <p:nvPr/>
                </p:nvGrpSpPr>
                <p:grpSpPr>
                  <a:xfrm>
                    <a:off x="475830" y="2673262"/>
                    <a:ext cx="4253711" cy="1020549"/>
                    <a:chOff x="538088" y="2735901"/>
                    <a:chExt cx="4253711" cy="1020549"/>
                  </a:xfrm>
                </p:grpSpPr>
                <p:pic>
                  <p:nvPicPr>
                    <p:cNvPr id="10" name="Gráfico 9">
                      <a:extLst>
                        <a:ext uri="{FF2B5EF4-FFF2-40B4-BE49-F238E27FC236}">
                          <a16:creationId xmlns:a16="http://schemas.microsoft.com/office/drawing/2014/main" id="{654B1C6B-BE01-6718-7D66-9662DDA8E6ED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3563551"/>
                      <a:ext cx="142450" cy="142450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6" name="Grupo 25">
                      <a:extLst>
                        <a:ext uri="{FF2B5EF4-FFF2-40B4-BE49-F238E27FC236}">
                          <a16:creationId xmlns:a16="http://schemas.microsoft.com/office/drawing/2014/main" id="{124E9DC0-5AF4-E8C3-145B-5FDF9D2202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0538" y="2735901"/>
                      <a:ext cx="4111261" cy="1020549"/>
                      <a:chOff x="660399" y="2698621"/>
                      <a:chExt cx="4111261" cy="1020549"/>
                    </a:xfrm>
                  </p:grpSpPr>
                  <p:sp>
                    <p:nvSpPr>
                      <p:cNvPr id="27" name="CuadroTexto 26">
                        <a:extLst>
                          <a:ext uri="{FF2B5EF4-FFF2-40B4-BE49-F238E27FC236}">
                            <a16:creationId xmlns:a16="http://schemas.microsoft.com/office/drawing/2014/main" id="{C5DB2829-6FE9-2092-ACA4-6E6738959B26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400" y="307881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28" name="CuadroTexto 27">
                        <a:extLst>
                          <a:ext uri="{FF2B5EF4-FFF2-40B4-BE49-F238E27FC236}">
                            <a16:creationId xmlns:a16="http://schemas.microsoft.com/office/drawing/2014/main" id="{8B26EFDE-F86C-4E4E-2504-6A751A6A1873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400" y="2698621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29" name="CuadroTexto 28">
                        <a:extLst>
                          <a:ext uri="{FF2B5EF4-FFF2-40B4-BE49-F238E27FC236}">
                            <a16:creationId xmlns:a16="http://schemas.microsoft.com/office/drawing/2014/main" id="{E637105D-5BA4-295B-DDC4-910C3108B4E6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399" y="345756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0" name="CuadroTexto 29">
                        <a:extLst>
                          <a:ext uri="{FF2B5EF4-FFF2-40B4-BE49-F238E27FC236}">
                            <a16:creationId xmlns:a16="http://schemas.microsoft.com/office/drawing/2014/main" id="{349BDC7E-3B5E-975E-EB6A-A68FB704526D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2958374" y="2698621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1" name="CuadroTexto 30">
                        <a:extLst>
                          <a:ext uri="{FF2B5EF4-FFF2-40B4-BE49-F238E27FC236}">
                            <a16:creationId xmlns:a16="http://schemas.microsoft.com/office/drawing/2014/main" id="{F8E537E5-4EEB-CC79-284B-C77F06F2705C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2958374" y="307881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2" name="CuadroTexto 31">
                        <a:extLst>
                          <a:ext uri="{FF2B5EF4-FFF2-40B4-BE49-F238E27FC236}">
                            <a16:creationId xmlns:a16="http://schemas.microsoft.com/office/drawing/2014/main" id="{4D0FAA9E-F607-CFB1-1FF9-23ABD6A45EB0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3175089" y="345756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Subtítulo de la sección</a:t>
                        </a:r>
                      </a:p>
                    </p:txBody>
                  </p:sp>
                </p:grpSp>
                <p:pic>
                  <p:nvPicPr>
                    <p:cNvPr id="33" name="Gráfico 32">
                      <a:extLst>
                        <a:ext uri="{FF2B5EF4-FFF2-40B4-BE49-F238E27FC236}">
                          <a16:creationId xmlns:a16="http://schemas.microsoft.com/office/drawing/2014/main" id="{A2592570-F667-29B1-103B-6CD6D0394BC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3190973"/>
                      <a:ext cx="142450" cy="14245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4" name="Gráfico 33">
                      <a:extLst>
                        <a:ext uri="{FF2B5EF4-FFF2-40B4-BE49-F238E27FC236}">
                          <a16:creationId xmlns:a16="http://schemas.microsoft.com/office/drawing/2014/main" id="{ED5A482D-C74D-0142-26F1-C1BAB6656838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2801555"/>
                      <a:ext cx="142450" cy="14245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5799BFBC-75B9-9D60-DA2E-04DC2154165F}"/>
                    </a:ext>
                  </a:extLst>
                </p:cNvPr>
                <p:cNvSpPr txBox="1"/>
                <p:nvPr/>
              </p:nvSpPr>
              <p:spPr>
                <a:xfrm>
                  <a:off x="3132970" y="3805744"/>
                  <a:ext cx="159657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100" dirty="0">
                      <a:solidFill>
                        <a:schemeClr val="tx1"/>
                      </a:solidFill>
                      <a:latin typeface="Satoshi" pitchFamily="50" charset="0"/>
                    </a:rPr>
                    <a:t>Subtítulo de la sección</a:t>
                  </a:r>
                </a:p>
              </p:txBody>
            </p:sp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57D81529-8B58-7F29-A6A6-2A0D02DCF50B}"/>
                    </a:ext>
                  </a:extLst>
                </p:cNvPr>
                <p:cNvSpPr txBox="1"/>
                <p:nvPr/>
              </p:nvSpPr>
              <p:spPr>
                <a:xfrm>
                  <a:off x="621125" y="3813830"/>
                  <a:ext cx="159657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100" dirty="0">
                      <a:solidFill>
                        <a:schemeClr val="tx1"/>
                      </a:solidFill>
                      <a:latin typeface="Satoshi" pitchFamily="50" charset="0"/>
                    </a:rPr>
                    <a:t>Título de la sección</a:t>
                  </a:r>
                </a:p>
              </p:txBody>
            </p:sp>
          </p:grpSp>
        </p:grp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A29D9534-B2A1-4FD1-862C-F195860164B7}"/>
              </a:ext>
            </a:extLst>
          </p:cNvPr>
          <p:cNvGrpSpPr/>
          <p:nvPr/>
        </p:nvGrpSpPr>
        <p:grpSpPr>
          <a:xfrm>
            <a:off x="378234" y="1079916"/>
            <a:ext cx="77698" cy="2983668"/>
            <a:chOff x="423720" y="1110538"/>
            <a:chExt cx="77698" cy="2983668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531C3B2D-3A40-23B2-D1DA-94398B109DD0}"/>
                </a:ext>
              </a:extLst>
            </p:cNvPr>
            <p:cNvCxnSpPr>
              <a:cxnSpLocks/>
            </p:cNvCxnSpPr>
            <p:nvPr/>
          </p:nvCxnSpPr>
          <p:spPr>
            <a:xfrm>
              <a:off x="462569" y="1310243"/>
              <a:ext cx="0" cy="730911"/>
            </a:xfrm>
            <a:prstGeom prst="line">
              <a:avLst/>
            </a:prstGeom>
            <a:ln w="31750" cap="rnd">
              <a:solidFill>
                <a:schemeClr val="accent1">
                  <a:shade val="95000"/>
                  <a:satMod val="105000"/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9D7CE916-3F3A-ECF2-31B5-90BEB531E6AD}"/>
                </a:ext>
              </a:extLst>
            </p:cNvPr>
            <p:cNvGrpSpPr/>
            <p:nvPr/>
          </p:nvGrpSpPr>
          <p:grpSpPr>
            <a:xfrm>
              <a:off x="423720" y="1110538"/>
              <a:ext cx="77698" cy="2983668"/>
              <a:chOff x="423720" y="1110538"/>
              <a:chExt cx="77698" cy="2983668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8E5356B7-CCFE-7CC2-2CBD-CB2A049808D2}"/>
                  </a:ext>
                </a:extLst>
              </p:cNvPr>
              <p:cNvGrpSpPr/>
              <p:nvPr/>
            </p:nvGrpSpPr>
            <p:grpSpPr>
              <a:xfrm>
                <a:off x="423720" y="1110538"/>
                <a:ext cx="77698" cy="2327277"/>
                <a:chOff x="4544580" y="1340315"/>
                <a:chExt cx="77698" cy="2327277"/>
              </a:xfrm>
            </p:grpSpPr>
            <p:sp>
              <p:nvSpPr>
                <p:cNvPr id="15" name="Diagrama de flujo: conector 14">
                  <a:extLst>
                    <a:ext uri="{FF2B5EF4-FFF2-40B4-BE49-F238E27FC236}">
                      <a16:creationId xmlns:a16="http://schemas.microsoft.com/office/drawing/2014/main" id="{5EC240A9-93D9-64BE-640D-E360BEEE5782}"/>
                    </a:ext>
                  </a:extLst>
                </p:cNvPr>
                <p:cNvSpPr/>
                <p:nvPr/>
              </p:nvSpPr>
              <p:spPr>
                <a:xfrm>
                  <a:off x="4544580" y="1340315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" name="Diagrama de flujo: conector 15">
                  <a:extLst>
                    <a:ext uri="{FF2B5EF4-FFF2-40B4-BE49-F238E27FC236}">
                      <a16:creationId xmlns:a16="http://schemas.microsoft.com/office/drawing/2014/main" id="{AAD1428E-9D84-2224-538B-2E8F0ECE9580}"/>
                    </a:ext>
                  </a:extLst>
                </p:cNvPr>
                <p:cNvSpPr/>
                <p:nvPr/>
              </p:nvSpPr>
              <p:spPr>
                <a:xfrm>
                  <a:off x="4544580" y="2413964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" name="Diagrama de flujo: conector 16">
                  <a:extLst>
                    <a:ext uri="{FF2B5EF4-FFF2-40B4-BE49-F238E27FC236}">
                      <a16:creationId xmlns:a16="http://schemas.microsoft.com/office/drawing/2014/main" id="{C4DDEB0B-9D68-00F1-0711-D5AD33E997EF}"/>
                    </a:ext>
                  </a:extLst>
                </p:cNvPr>
                <p:cNvSpPr/>
                <p:nvPr/>
              </p:nvSpPr>
              <p:spPr>
                <a:xfrm>
                  <a:off x="4544580" y="3590592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1C05425A-D799-6280-BAD4-2E4E41BEB1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569" y="2450329"/>
                <a:ext cx="0" cy="730911"/>
              </a:xfrm>
              <a:prstGeom prst="line">
                <a:avLst/>
              </a:prstGeom>
              <a:ln w="31750" cap="rnd">
                <a:solidFill>
                  <a:schemeClr val="accent1">
                    <a:shade val="95000"/>
                    <a:satMod val="105000"/>
                    <a:alpha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D470E789-9039-F380-75D9-03E4F094AC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558" y="3589519"/>
                <a:ext cx="0" cy="504687"/>
              </a:xfrm>
              <a:prstGeom prst="line">
                <a:avLst/>
              </a:prstGeom>
              <a:ln w="31750" cap="rnd">
                <a:solidFill>
                  <a:schemeClr val="accent1">
                    <a:shade val="95000"/>
                    <a:satMod val="105000"/>
                    <a:alpha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697580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578A7E-80CF-F156-0AAA-CF72872D1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C6461AD-C8AB-738E-7AB5-1BD49F294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5</a:t>
            </a:fld>
            <a:endParaRPr lang="es-ES" sz="800" dirty="0"/>
          </a:p>
        </p:txBody>
      </p:sp>
      <p:sp>
        <p:nvSpPr>
          <p:cNvPr id="35" name="Marcador de pie de página 2">
            <a:extLst>
              <a:ext uri="{FF2B5EF4-FFF2-40B4-BE49-F238E27FC236}">
                <a16:creationId xmlns:a16="http://schemas.microsoft.com/office/drawing/2014/main" id="{2BA0610D-6C5D-0FE2-54E9-247218144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CE10769-81EE-B963-3E91-C4635A3C7C80}"/>
              </a:ext>
            </a:extLst>
          </p:cNvPr>
          <p:cNvSpPr txBox="1"/>
          <p:nvPr/>
        </p:nvSpPr>
        <p:spPr>
          <a:xfrm>
            <a:off x="696321" y="781123"/>
            <a:ext cx="3220888" cy="412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s-ES" sz="2400" b="1" dirty="0">
                <a:solidFill>
                  <a:schemeClr val="tx1"/>
                </a:solidFill>
                <a:latin typeface="Satoshi" pitchFamily="50" charset="0"/>
              </a:rPr>
              <a:t>Tabla de contenido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01AF70C-80F4-AF62-BD27-61236A806D3B}"/>
              </a:ext>
            </a:extLst>
          </p:cNvPr>
          <p:cNvSpPr txBox="1"/>
          <p:nvPr/>
        </p:nvSpPr>
        <p:spPr>
          <a:xfrm>
            <a:off x="736137" y="1403368"/>
            <a:ext cx="4154193" cy="795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defRPr/>
            </a:pPr>
            <a:r>
              <a:rPr lang="es-ES" sz="1000" dirty="0">
                <a:solidFill>
                  <a:schemeClr val="tx1"/>
                </a:solidFill>
                <a:latin typeface="Satoshi" pitchFamily="50" charset="0"/>
              </a:rPr>
              <a:t>Esta sección destaca, recoge y documenta los elementos clave del contenido que se desarrollará a lo largo del documento, ofreciendo una visión general de los aspectos fundamentales que lo estructuran y dan coherencia.</a:t>
            </a:r>
            <a:endParaRPr lang="es-ES" sz="1000" b="1" dirty="0">
              <a:solidFill>
                <a:schemeClr val="tx1"/>
              </a:solidFill>
              <a:latin typeface="Satoshi" pitchFamily="50" charset="0"/>
            </a:endParaRP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F03FBB44-836B-F89E-5D16-6AC3809288B8}"/>
              </a:ext>
            </a:extLst>
          </p:cNvPr>
          <p:cNvGrpSpPr/>
          <p:nvPr/>
        </p:nvGrpSpPr>
        <p:grpSpPr>
          <a:xfrm>
            <a:off x="853335" y="2661406"/>
            <a:ext cx="4253711" cy="1402178"/>
            <a:chOff x="475830" y="2673262"/>
            <a:chExt cx="4253711" cy="1402178"/>
          </a:xfrm>
        </p:grpSpPr>
        <p:pic>
          <p:nvPicPr>
            <p:cNvPr id="58" name="Gráfico 57">
              <a:extLst>
                <a:ext uri="{FF2B5EF4-FFF2-40B4-BE49-F238E27FC236}">
                  <a16:creationId xmlns:a16="http://schemas.microsoft.com/office/drawing/2014/main" id="{DE186760-7BC3-6C50-95EB-5E065B3A198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7064" y="3882541"/>
              <a:ext cx="142450" cy="142450"/>
            </a:xfrm>
            <a:prstGeom prst="rect">
              <a:avLst/>
            </a:prstGeom>
          </p:spPr>
        </p:pic>
        <p:grpSp>
          <p:nvGrpSpPr>
            <p:cNvPr id="61" name="Grupo 60">
              <a:extLst>
                <a:ext uri="{FF2B5EF4-FFF2-40B4-BE49-F238E27FC236}">
                  <a16:creationId xmlns:a16="http://schemas.microsoft.com/office/drawing/2014/main" id="{531E21FB-BDF0-69FC-74B2-CE29CACE7948}"/>
                </a:ext>
              </a:extLst>
            </p:cNvPr>
            <p:cNvGrpSpPr/>
            <p:nvPr/>
          </p:nvGrpSpPr>
          <p:grpSpPr>
            <a:xfrm>
              <a:off x="475830" y="2673262"/>
              <a:ext cx="4253711" cy="1402178"/>
              <a:chOff x="475830" y="2673262"/>
              <a:chExt cx="4253711" cy="1402178"/>
            </a:xfrm>
          </p:grpSpPr>
          <p:pic>
            <p:nvPicPr>
              <p:cNvPr id="40" name="Gráfico 39">
                <a:extLst>
                  <a:ext uri="{FF2B5EF4-FFF2-40B4-BE49-F238E27FC236}">
                    <a16:creationId xmlns:a16="http://schemas.microsoft.com/office/drawing/2014/main" id="{C77ED5D3-BA7E-EBE6-0040-D8C22F6527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032760" y="3904853"/>
                <a:ext cx="100210" cy="100210"/>
              </a:xfrm>
              <a:prstGeom prst="rect">
                <a:avLst/>
              </a:prstGeom>
            </p:spPr>
          </p:pic>
          <p:grpSp>
            <p:nvGrpSpPr>
              <p:cNvPr id="60" name="Grupo 59">
                <a:extLst>
                  <a:ext uri="{FF2B5EF4-FFF2-40B4-BE49-F238E27FC236}">
                    <a16:creationId xmlns:a16="http://schemas.microsoft.com/office/drawing/2014/main" id="{80CE6332-AD1F-4EE5-7305-2E605F0AEF83}"/>
                  </a:ext>
                </a:extLst>
              </p:cNvPr>
              <p:cNvGrpSpPr/>
              <p:nvPr/>
            </p:nvGrpSpPr>
            <p:grpSpPr>
              <a:xfrm>
                <a:off x="475830" y="2673262"/>
                <a:ext cx="4253711" cy="1402178"/>
                <a:chOff x="475830" y="2673262"/>
                <a:chExt cx="4253711" cy="1402178"/>
              </a:xfrm>
            </p:grpSpPr>
            <p:grpSp>
              <p:nvGrpSpPr>
                <p:cNvPr id="42" name="Grupo 41">
                  <a:extLst>
                    <a:ext uri="{FF2B5EF4-FFF2-40B4-BE49-F238E27FC236}">
                      <a16:creationId xmlns:a16="http://schemas.microsoft.com/office/drawing/2014/main" id="{E2DE3F7A-F986-8C05-8A89-0398EDDEE65E}"/>
                    </a:ext>
                  </a:extLst>
                </p:cNvPr>
                <p:cNvGrpSpPr/>
                <p:nvPr/>
              </p:nvGrpSpPr>
              <p:grpSpPr>
                <a:xfrm>
                  <a:off x="475830" y="2673262"/>
                  <a:ext cx="4253711" cy="1020549"/>
                  <a:chOff x="475830" y="2673262"/>
                  <a:chExt cx="4253711" cy="1020549"/>
                </a:xfrm>
              </p:grpSpPr>
              <p:pic>
                <p:nvPicPr>
                  <p:cNvPr id="7" name="Gráfico 6">
                    <a:extLst>
                      <a:ext uri="{FF2B5EF4-FFF2-40B4-BE49-F238E27FC236}">
                        <a16:creationId xmlns:a16="http://schemas.microsoft.com/office/drawing/2014/main" id="{294EFF49-88D2-7BDA-2C4D-B0EF9F9F1C8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032760" y="3531310"/>
                    <a:ext cx="100210" cy="100210"/>
                  </a:xfrm>
                  <a:prstGeom prst="rect">
                    <a:avLst/>
                  </a:prstGeom>
                </p:spPr>
              </p:pic>
              <p:pic>
                <p:nvPicPr>
                  <p:cNvPr id="8" name="Gráfico 7">
                    <a:extLst>
                      <a:ext uri="{FF2B5EF4-FFF2-40B4-BE49-F238E27FC236}">
                        <a16:creationId xmlns:a16="http://schemas.microsoft.com/office/drawing/2014/main" id="{F597AC8A-A567-A508-2C0D-5F00450533B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73804" y="3121514"/>
                    <a:ext cx="142450" cy="142450"/>
                  </a:xfrm>
                  <a:prstGeom prst="rect">
                    <a:avLst/>
                  </a:prstGeom>
                </p:spPr>
              </p:pic>
              <p:pic>
                <p:nvPicPr>
                  <p:cNvPr id="9" name="Gráfico 8">
                    <a:extLst>
                      <a:ext uri="{FF2B5EF4-FFF2-40B4-BE49-F238E27FC236}">
                        <a16:creationId xmlns:a16="http://schemas.microsoft.com/office/drawing/2014/main" id="{1803FE93-7A1C-D853-D00C-EC1729BD34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4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773804" y="2747336"/>
                    <a:ext cx="142450" cy="142450"/>
                  </a:xfrm>
                  <a:prstGeom prst="rect">
                    <a:avLst/>
                  </a:prstGeom>
                </p:spPr>
              </p:pic>
              <p:grpSp>
                <p:nvGrpSpPr>
                  <p:cNvPr id="37" name="Grupo 36">
                    <a:extLst>
                      <a:ext uri="{FF2B5EF4-FFF2-40B4-BE49-F238E27FC236}">
                        <a16:creationId xmlns:a16="http://schemas.microsoft.com/office/drawing/2014/main" id="{776C89CC-98EF-8147-D555-F50A611936AE}"/>
                      </a:ext>
                    </a:extLst>
                  </p:cNvPr>
                  <p:cNvGrpSpPr/>
                  <p:nvPr/>
                </p:nvGrpSpPr>
                <p:grpSpPr>
                  <a:xfrm>
                    <a:off x="475830" y="2673262"/>
                    <a:ext cx="4253711" cy="1020549"/>
                    <a:chOff x="538088" y="2735901"/>
                    <a:chExt cx="4253711" cy="1020549"/>
                  </a:xfrm>
                </p:grpSpPr>
                <p:pic>
                  <p:nvPicPr>
                    <p:cNvPr id="10" name="Gráfico 9">
                      <a:extLst>
                        <a:ext uri="{FF2B5EF4-FFF2-40B4-BE49-F238E27FC236}">
                          <a16:creationId xmlns:a16="http://schemas.microsoft.com/office/drawing/2014/main" id="{AF448757-163C-8703-424A-824B10D43E8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3563551"/>
                      <a:ext cx="142450" cy="142450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6" name="Grupo 25">
                      <a:extLst>
                        <a:ext uri="{FF2B5EF4-FFF2-40B4-BE49-F238E27FC236}">
                          <a16:creationId xmlns:a16="http://schemas.microsoft.com/office/drawing/2014/main" id="{D0719D79-E043-CDF3-84AA-F402B7A12EF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0538" y="2735901"/>
                      <a:ext cx="4111261" cy="1020549"/>
                      <a:chOff x="660399" y="2698621"/>
                      <a:chExt cx="4111261" cy="1020549"/>
                    </a:xfrm>
                  </p:grpSpPr>
                  <p:sp>
                    <p:nvSpPr>
                      <p:cNvPr id="27" name="CuadroTexto 26">
                        <a:extLst>
                          <a:ext uri="{FF2B5EF4-FFF2-40B4-BE49-F238E27FC236}">
                            <a16:creationId xmlns:a16="http://schemas.microsoft.com/office/drawing/2014/main" id="{D42AB271-B90B-B222-B490-AB4E7582DEFC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400" y="307881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28" name="CuadroTexto 27">
                        <a:extLst>
                          <a:ext uri="{FF2B5EF4-FFF2-40B4-BE49-F238E27FC236}">
                            <a16:creationId xmlns:a16="http://schemas.microsoft.com/office/drawing/2014/main" id="{93069365-0021-4159-4FC1-B2D012AE4A6C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400" y="2698621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29" name="CuadroTexto 28">
                        <a:extLst>
                          <a:ext uri="{FF2B5EF4-FFF2-40B4-BE49-F238E27FC236}">
                            <a16:creationId xmlns:a16="http://schemas.microsoft.com/office/drawing/2014/main" id="{7112CF95-51C9-757D-DC24-57DF082E3591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660399" y="345756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0" name="CuadroTexto 29">
                        <a:extLst>
                          <a:ext uri="{FF2B5EF4-FFF2-40B4-BE49-F238E27FC236}">
                            <a16:creationId xmlns:a16="http://schemas.microsoft.com/office/drawing/2014/main" id="{B0F20AFB-425D-1C3D-89AD-0021913725AB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2958374" y="2698621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1" name="CuadroTexto 30">
                        <a:extLst>
                          <a:ext uri="{FF2B5EF4-FFF2-40B4-BE49-F238E27FC236}">
                            <a16:creationId xmlns:a16="http://schemas.microsoft.com/office/drawing/2014/main" id="{4AE2EA1D-4EB9-9E7D-0D86-F35136683F0E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2958374" y="307881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Título de la sección</a:t>
                        </a:r>
                      </a:p>
                    </p:txBody>
                  </p:sp>
                  <p:sp>
                    <p:nvSpPr>
                      <p:cNvPr id="32" name="CuadroTexto 31">
                        <a:extLst>
                          <a:ext uri="{FF2B5EF4-FFF2-40B4-BE49-F238E27FC236}">
                            <a16:creationId xmlns:a16="http://schemas.microsoft.com/office/drawing/2014/main" id="{0936B590-EB36-2257-F2E5-BE7971AB3097}"/>
                          </a:ext>
                        </a:extLst>
                      </p:cNvPr>
                      <p:cNvSpPr txBox="1"/>
                      <p:nvPr userDrawn="1"/>
                    </p:nvSpPr>
                    <p:spPr>
                      <a:xfrm>
                        <a:off x="3175089" y="3457560"/>
                        <a:ext cx="1596571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r>
                          <a:rPr lang="es-ES" sz="1100" dirty="0">
                            <a:solidFill>
                              <a:schemeClr val="tx1"/>
                            </a:solidFill>
                            <a:latin typeface="Satoshi" pitchFamily="50" charset="0"/>
                          </a:rPr>
                          <a:t>Subtítulo de la sección</a:t>
                        </a:r>
                      </a:p>
                    </p:txBody>
                  </p:sp>
                </p:grpSp>
                <p:pic>
                  <p:nvPicPr>
                    <p:cNvPr id="33" name="Gráfico 32">
                      <a:extLst>
                        <a:ext uri="{FF2B5EF4-FFF2-40B4-BE49-F238E27FC236}">
                          <a16:creationId xmlns:a16="http://schemas.microsoft.com/office/drawing/2014/main" id="{4ADFE9E9-99E4-FD52-7745-015FC8014BD1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3190973"/>
                      <a:ext cx="142450" cy="142450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34" name="Gráfico 33">
                      <a:extLst>
                        <a:ext uri="{FF2B5EF4-FFF2-40B4-BE49-F238E27FC236}">
                          <a16:creationId xmlns:a16="http://schemas.microsoft.com/office/drawing/2014/main" id="{AAEA053C-8850-1336-3265-E53F846425F9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>
                      <a:extLst>
                        <a:ext uri="{96DAC541-7B7A-43D3-8B79-37D633B846F1}">
                          <asvg:svgBlip xmlns:asvg="http://schemas.microsoft.com/office/drawing/2016/SVG/main" r:embed="rId3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538088" y="2801555"/>
                      <a:ext cx="142450" cy="142450"/>
                    </a:xfrm>
                    <a:prstGeom prst="rect">
                      <a:avLst/>
                    </a:prstGeom>
                  </p:spPr>
                </p:pic>
              </p:grpSp>
            </p:grpSp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D3026D66-19B0-3BB8-FAEF-B44A49FDF4E9}"/>
                    </a:ext>
                  </a:extLst>
                </p:cNvPr>
                <p:cNvSpPr txBox="1"/>
                <p:nvPr/>
              </p:nvSpPr>
              <p:spPr>
                <a:xfrm>
                  <a:off x="3132970" y="3805744"/>
                  <a:ext cx="159657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100" dirty="0">
                      <a:solidFill>
                        <a:schemeClr val="tx1"/>
                      </a:solidFill>
                      <a:latin typeface="Satoshi" pitchFamily="50" charset="0"/>
                    </a:rPr>
                    <a:t>Subtítulo de la sección</a:t>
                  </a:r>
                </a:p>
              </p:txBody>
            </p:sp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76884256-7481-60C2-B6E0-B2CBBC6FC7BA}"/>
                    </a:ext>
                  </a:extLst>
                </p:cNvPr>
                <p:cNvSpPr txBox="1"/>
                <p:nvPr/>
              </p:nvSpPr>
              <p:spPr>
                <a:xfrm>
                  <a:off x="629514" y="3813830"/>
                  <a:ext cx="1596571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s-ES" sz="1100" dirty="0">
                      <a:solidFill>
                        <a:schemeClr val="tx1"/>
                      </a:solidFill>
                      <a:latin typeface="Satoshi" pitchFamily="50" charset="0"/>
                    </a:rPr>
                    <a:t>Título de la sección</a:t>
                  </a:r>
                </a:p>
              </p:txBody>
            </p:sp>
          </p:grpSp>
        </p:grp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A2601E5E-5F26-9B35-B56B-ECA132F6AB92}"/>
              </a:ext>
            </a:extLst>
          </p:cNvPr>
          <p:cNvGrpSpPr/>
          <p:nvPr/>
        </p:nvGrpSpPr>
        <p:grpSpPr>
          <a:xfrm>
            <a:off x="378234" y="1079916"/>
            <a:ext cx="77698" cy="2983668"/>
            <a:chOff x="423720" y="1110538"/>
            <a:chExt cx="77698" cy="2983668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053E7FC0-44F6-4757-BE11-C73BF5B16496}"/>
                </a:ext>
              </a:extLst>
            </p:cNvPr>
            <p:cNvCxnSpPr>
              <a:cxnSpLocks/>
            </p:cNvCxnSpPr>
            <p:nvPr/>
          </p:nvCxnSpPr>
          <p:spPr>
            <a:xfrm>
              <a:off x="462569" y="1310243"/>
              <a:ext cx="0" cy="730911"/>
            </a:xfrm>
            <a:prstGeom prst="line">
              <a:avLst/>
            </a:prstGeom>
            <a:ln w="31750" cap="rnd">
              <a:solidFill>
                <a:schemeClr val="accent1">
                  <a:shade val="95000"/>
                  <a:satMod val="105000"/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upo 4">
              <a:extLst>
                <a:ext uri="{FF2B5EF4-FFF2-40B4-BE49-F238E27FC236}">
                  <a16:creationId xmlns:a16="http://schemas.microsoft.com/office/drawing/2014/main" id="{CEB8C01A-EAA7-8B6E-3EA3-8A6C958E713D}"/>
                </a:ext>
              </a:extLst>
            </p:cNvPr>
            <p:cNvGrpSpPr/>
            <p:nvPr/>
          </p:nvGrpSpPr>
          <p:grpSpPr>
            <a:xfrm>
              <a:off x="423720" y="1110538"/>
              <a:ext cx="77698" cy="2983668"/>
              <a:chOff x="423720" y="1110538"/>
              <a:chExt cx="77698" cy="2983668"/>
            </a:xfrm>
          </p:grpSpPr>
          <p:grpSp>
            <p:nvGrpSpPr>
              <p:cNvPr id="6" name="Grupo 5">
                <a:extLst>
                  <a:ext uri="{FF2B5EF4-FFF2-40B4-BE49-F238E27FC236}">
                    <a16:creationId xmlns:a16="http://schemas.microsoft.com/office/drawing/2014/main" id="{28B6BFB0-3A9E-0822-57C8-6C8186F4C683}"/>
                  </a:ext>
                </a:extLst>
              </p:cNvPr>
              <p:cNvGrpSpPr/>
              <p:nvPr/>
            </p:nvGrpSpPr>
            <p:grpSpPr>
              <a:xfrm>
                <a:off x="423720" y="1110538"/>
                <a:ext cx="77698" cy="2327277"/>
                <a:chOff x="4544580" y="1340315"/>
                <a:chExt cx="77698" cy="2327277"/>
              </a:xfrm>
            </p:grpSpPr>
            <p:sp>
              <p:nvSpPr>
                <p:cNvPr id="15" name="Diagrama de flujo: conector 14">
                  <a:extLst>
                    <a:ext uri="{FF2B5EF4-FFF2-40B4-BE49-F238E27FC236}">
                      <a16:creationId xmlns:a16="http://schemas.microsoft.com/office/drawing/2014/main" id="{F0DD3E51-8B70-085D-F9CC-E4DD2FAA28DA}"/>
                    </a:ext>
                  </a:extLst>
                </p:cNvPr>
                <p:cNvSpPr/>
                <p:nvPr/>
              </p:nvSpPr>
              <p:spPr>
                <a:xfrm>
                  <a:off x="4544580" y="1340315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6" name="Diagrama de flujo: conector 15">
                  <a:extLst>
                    <a:ext uri="{FF2B5EF4-FFF2-40B4-BE49-F238E27FC236}">
                      <a16:creationId xmlns:a16="http://schemas.microsoft.com/office/drawing/2014/main" id="{283F385C-E6E6-FCB7-DFDB-1A96B6706FEC}"/>
                    </a:ext>
                  </a:extLst>
                </p:cNvPr>
                <p:cNvSpPr/>
                <p:nvPr/>
              </p:nvSpPr>
              <p:spPr>
                <a:xfrm>
                  <a:off x="4544580" y="2413964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7" name="Diagrama de flujo: conector 16">
                  <a:extLst>
                    <a:ext uri="{FF2B5EF4-FFF2-40B4-BE49-F238E27FC236}">
                      <a16:creationId xmlns:a16="http://schemas.microsoft.com/office/drawing/2014/main" id="{B9E93A11-FF73-F73B-2FD5-2C4BDCCF1184}"/>
                    </a:ext>
                  </a:extLst>
                </p:cNvPr>
                <p:cNvSpPr/>
                <p:nvPr/>
              </p:nvSpPr>
              <p:spPr>
                <a:xfrm>
                  <a:off x="4544580" y="3590592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7644281A-C198-F79E-FC41-44CEDEEC92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2569" y="2450329"/>
                <a:ext cx="0" cy="730911"/>
              </a:xfrm>
              <a:prstGeom prst="line">
                <a:avLst/>
              </a:prstGeom>
              <a:ln w="31750" cap="rnd">
                <a:solidFill>
                  <a:schemeClr val="accent1">
                    <a:shade val="95000"/>
                    <a:satMod val="105000"/>
                    <a:alpha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63D81E04-5629-770A-7581-4F457E6836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5558" y="3589519"/>
                <a:ext cx="0" cy="504687"/>
              </a:xfrm>
              <a:prstGeom prst="line">
                <a:avLst/>
              </a:prstGeom>
              <a:ln w="31750" cap="rnd">
                <a:solidFill>
                  <a:schemeClr val="accent1">
                    <a:shade val="95000"/>
                    <a:satMod val="105000"/>
                    <a:alpha val="8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657154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21E0F-057F-7991-F977-E7359C76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número de diapositiva 2">
            <a:extLst>
              <a:ext uri="{FF2B5EF4-FFF2-40B4-BE49-F238E27FC236}">
                <a16:creationId xmlns:a16="http://schemas.microsoft.com/office/drawing/2014/main" id="{92E6126D-A9C8-1649-A60D-45CC445A08E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651875" y="4789488"/>
            <a:ext cx="492125" cy="274637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fld id="{3DF8A1E0-02F0-48F9-B17F-C36D8B8F9CD6}" type="slidenum">
              <a:rPr lang="es-ES" smtClean="0"/>
              <a:pPr/>
              <a:t>6</a:t>
            </a:fld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197E080-8FB6-A935-039A-66C2E02B13D1}"/>
              </a:ext>
            </a:extLst>
          </p:cNvPr>
          <p:cNvSpPr/>
          <p:nvPr/>
        </p:nvSpPr>
        <p:spPr>
          <a:xfrm>
            <a:off x="-13245" y="0"/>
            <a:ext cx="9157245" cy="5143499"/>
          </a:xfrm>
          <a:prstGeom prst="rect">
            <a:avLst/>
          </a:prstGeom>
          <a:gradFill>
            <a:gsLst>
              <a:gs pos="100000">
                <a:schemeClr val="tx1">
                  <a:alpha val="25000"/>
                </a:schemeClr>
              </a:gs>
              <a:gs pos="25000">
                <a:schemeClr val="tx1">
                  <a:alpha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>
                <a:solidFill>
                  <a:schemeClr val="lt1"/>
                </a:solidFill>
              </a:defRPr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endParaRPr lang="es-ES" dirty="0"/>
          </a:p>
        </p:txBody>
      </p:sp>
      <p:pic>
        <p:nvPicPr>
          <p:cNvPr id="6" name="Google Shape;11;g189806ca93b_0_448">
            <a:extLst>
              <a:ext uri="{FF2B5EF4-FFF2-40B4-BE49-F238E27FC236}">
                <a16:creationId xmlns:a16="http://schemas.microsoft.com/office/drawing/2014/main" id="{EAD92E70-E5B3-0930-6802-C825B88A8821}"/>
              </a:ext>
            </a:extLst>
          </p:cNvPr>
          <p:cNvPicPr preferRelativeResize="0"/>
          <p:nvPr/>
        </p:nvPicPr>
        <p:blipFill>
          <a:blip>
            <a:alphaModFix amt="1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75" t="2956" r="25914"/>
          <a:stretch>
            <a:fillRect/>
          </a:stretch>
        </p:blipFill>
        <p:spPr>
          <a:xfrm>
            <a:off x="6301740" y="0"/>
            <a:ext cx="2842261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C2592E3A-18B9-5B17-DB74-DD48E23D0D90}"/>
              </a:ext>
            </a:extLst>
          </p:cNvPr>
          <p:cNvSpPr txBox="1">
            <a:spLocks/>
          </p:cNvSpPr>
          <p:nvPr/>
        </p:nvSpPr>
        <p:spPr>
          <a:xfrm>
            <a:off x="318816" y="4783930"/>
            <a:ext cx="1880989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700" b="0" i="0" u="none" strike="noStrike" cap="none">
                <a:solidFill>
                  <a:schemeClr val="bg1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s-ES" dirty="0"/>
              <a:t>Título del documento de la presentación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90D6A20-9BFA-5883-4402-528A8B03E773}"/>
              </a:ext>
            </a:extLst>
          </p:cNvPr>
          <p:cNvGrpSpPr/>
          <p:nvPr/>
        </p:nvGrpSpPr>
        <p:grpSpPr>
          <a:xfrm>
            <a:off x="178708" y="4819926"/>
            <a:ext cx="158032" cy="202771"/>
            <a:chOff x="196388" y="4817153"/>
            <a:chExt cx="158032" cy="202771"/>
          </a:xfrm>
          <a:solidFill>
            <a:schemeClr val="bg1"/>
          </a:solidFill>
        </p:grpSpPr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1978CFED-E0C7-85E5-6390-FC49B3BEFE89}"/>
                </a:ext>
              </a:extLst>
            </p:cNvPr>
            <p:cNvSpPr/>
            <p:nvPr userDrawn="1"/>
          </p:nvSpPr>
          <p:spPr>
            <a:xfrm>
              <a:off x="196388" y="4821267"/>
              <a:ext cx="93490" cy="194418"/>
            </a:xfrm>
            <a:custGeom>
              <a:avLst/>
              <a:gdLst>
                <a:gd name="connsiteX0" fmla="*/ 93490 w 93490"/>
                <a:gd name="connsiteY0" fmla="*/ 82 h 194418"/>
                <a:gd name="connsiteX1" fmla="*/ 69875 w 93490"/>
                <a:gd name="connsiteY1" fmla="*/ 9184 h 194418"/>
                <a:gd name="connsiteX2" fmla="*/ 7311 w 93490"/>
                <a:gd name="connsiteY2" fmla="*/ 89788 h 194418"/>
                <a:gd name="connsiteX3" fmla="*/ 23054 w 93490"/>
                <a:gd name="connsiteY3" fmla="*/ 186218 h 194418"/>
                <a:gd name="connsiteX4" fmla="*/ 41996 w 93490"/>
                <a:gd name="connsiteY4" fmla="*/ 194418 h 194418"/>
                <a:gd name="connsiteX5" fmla="*/ 17068 w 93490"/>
                <a:gd name="connsiteY5" fmla="*/ 120948 h 194418"/>
                <a:gd name="connsiteX6" fmla="*/ 69219 w 93490"/>
                <a:gd name="connsiteY6" fmla="*/ 17712 h 194418"/>
                <a:gd name="connsiteX7" fmla="*/ 93490 w 93490"/>
                <a:gd name="connsiteY7" fmla="*/ 0 h 194418"/>
                <a:gd name="connsiteX8" fmla="*/ 93490 w 93490"/>
                <a:gd name="connsiteY8" fmla="*/ 0 h 19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3490" h="194418">
                  <a:moveTo>
                    <a:pt x="93490" y="82"/>
                  </a:moveTo>
                  <a:cubicBezTo>
                    <a:pt x="89472" y="1558"/>
                    <a:pt x="76517" y="5494"/>
                    <a:pt x="69875" y="9184"/>
                  </a:cubicBezTo>
                  <a:cubicBezTo>
                    <a:pt x="55525" y="17056"/>
                    <a:pt x="26334" y="36571"/>
                    <a:pt x="7311" y="89788"/>
                  </a:cubicBezTo>
                  <a:cubicBezTo>
                    <a:pt x="-4497" y="122834"/>
                    <a:pt x="-3841" y="171459"/>
                    <a:pt x="23054" y="186218"/>
                  </a:cubicBezTo>
                  <a:cubicBezTo>
                    <a:pt x="29040" y="189498"/>
                    <a:pt x="38798" y="193106"/>
                    <a:pt x="41996" y="194418"/>
                  </a:cubicBezTo>
                  <a:cubicBezTo>
                    <a:pt x="28138" y="180807"/>
                    <a:pt x="14116" y="173591"/>
                    <a:pt x="17068" y="120948"/>
                  </a:cubicBezTo>
                  <a:cubicBezTo>
                    <a:pt x="17806" y="108238"/>
                    <a:pt x="29450" y="54529"/>
                    <a:pt x="69219" y="17712"/>
                  </a:cubicBezTo>
                  <a:cubicBezTo>
                    <a:pt x="73893" y="13366"/>
                    <a:pt x="91850" y="1558"/>
                    <a:pt x="93490" y="0"/>
                  </a:cubicBezTo>
                  <a:lnTo>
                    <a:pt x="93490" y="0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B7A2CFE3-BBD9-4A7A-BE64-A0FAC2771CAB}"/>
                </a:ext>
              </a:extLst>
            </p:cNvPr>
            <p:cNvSpPr/>
            <p:nvPr userDrawn="1"/>
          </p:nvSpPr>
          <p:spPr>
            <a:xfrm>
              <a:off x="211970" y="4817153"/>
              <a:ext cx="142450" cy="202771"/>
            </a:xfrm>
            <a:custGeom>
              <a:avLst/>
              <a:gdLst>
                <a:gd name="connsiteX0" fmla="*/ 61508 w 142450"/>
                <a:gd name="connsiteY0" fmla="*/ 19202 h 202771"/>
                <a:gd name="connsiteX1" fmla="*/ 119071 w 142450"/>
                <a:gd name="connsiteY1" fmla="*/ 18054 h 202771"/>
                <a:gd name="connsiteX2" fmla="*/ 122925 w 142450"/>
                <a:gd name="connsiteY2" fmla="*/ 132278 h 202771"/>
                <a:gd name="connsiteX3" fmla="*/ 45437 w 142450"/>
                <a:gd name="connsiteY3" fmla="*/ 197795 h 202771"/>
                <a:gd name="connsiteX4" fmla="*/ 5012 w 142450"/>
                <a:gd name="connsiteY4" fmla="*/ 113418 h 202771"/>
                <a:gd name="connsiteX5" fmla="*/ 61508 w 142450"/>
                <a:gd name="connsiteY5" fmla="*/ 19202 h 202771"/>
                <a:gd name="connsiteX6" fmla="*/ 61508 w 142450"/>
                <a:gd name="connsiteY6" fmla="*/ 19202 h 202771"/>
                <a:gd name="connsiteX7" fmla="*/ 61508 w 142450"/>
                <a:gd name="connsiteY7" fmla="*/ 14036 h 202771"/>
                <a:gd name="connsiteX8" fmla="*/ 123663 w 142450"/>
                <a:gd name="connsiteY8" fmla="*/ 9362 h 202771"/>
                <a:gd name="connsiteX9" fmla="*/ 125139 w 142450"/>
                <a:gd name="connsiteY9" fmla="*/ 132360 h 202771"/>
                <a:gd name="connsiteX10" fmla="*/ 44863 w 142450"/>
                <a:gd name="connsiteY10" fmla="*/ 202715 h 202771"/>
                <a:gd name="connsiteX11" fmla="*/ 2716 w 142450"/>
                <a:gd name="connsiteY11" fmla="*/ 114730 h 202771"/>
                <a:gd name="connsiteX12" fmla="*/ 61590 w 142450"/>
                <a:gd name="connsiteY12" fmla="*/ 14036 h 202771"/>
                <a:gd name="connsiteX13" fmla="*/ 61590 w 142450"/>
                <a:gd name="connsiteY13" fmla="*/ 14036 h 202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2450" h="202771">
                  <a:moveTo>
                    <a:pt x="61508" y="19202"/>
                  </a:moveTo>
                  <a:cubicBezTo>
                    <a:pt x="77416" y="7558"/>
                    <a:pt x="98981" y="2228"/>
                    <a:pt x="119071" y="18054"/>
                  </a:cubicBezTo>
                  <a:cubicBezTo>
                    <a:pt x="128746" y="25680"/>
                    <a:pt x="155396" y="59627"/>
                    <a:pt x="122925" y="132278"/>
                  </a:cubicBezTo>
                  <a:cubicBezTo>
                    <a:pt x="120465" y="137772"/>
                    <a:pt x="92258" y="195991"/>
                    <a:pt x="45437" y="197795"/>
                  </a:cubicBezTo>
                  <a:cubicBezTo>
                    <a:pt x="19854" y="198779"/>
                    <a:pt x="-5975" y="169013"/>
                    <a:pt x="5012" y="113418"/>
                  </a:cubicBezTo>
                  <a:cubicBezTo>
                    <a:pt x="5914" y="108908"/>
                    <a:pt x="15016" y="53313"/>
                    <a:pt x="61508" y="19202"/>
                  </a:cubicBezTo>
                  <a:lnTo>
                    <a:pt x="61508" y="19202"/>
                  </a:lnTo>
                  <a:close/>
                  <a:moveTo>
                    <a:pt x="61508" y="14036"/>
                  </a:moveTo>
                  <a:cubicBezTo>
                    <a:pt x="78400" y="1408"/>
                    <a:pt x="102753" y="-7693"/>
                    <a:pt x="123663" y="9362"/>
                  </a:cubicBezTo>
                  <a:cubicBezTo>
                    <a:pt x="133830" y="17644"/>
                    <a:pt x="159496" y="55855"/>
                    <a:pt x="125139" y="132360"/>
                  </a:cubicBezTo>
                  <a:cubicBezTo>
                    <a:pt x="122515" y="138182"/>
                    <a:pt x="93406" y="199845"/>
                    <a:pt x="44863" y="202715"/>
                  </a:cubicBezTo>
                  <a:cubicBezTo>
                    <a:pt x="18214" y="204273"/>
                    <a:pt x="-8763" y="173769"/>
                    <a:pt x="2716" y="114730"/>
                  </a:cubicBezTo>
                  <a:cubicBezTo>
                    <a:pt x="3618" y="109974"/>
                    <a:pt x="12146" y="50936"/>
                    <a:pt x="61590" y="14036"/>
                  </a:cubicBezTo>
                  <a:lnTo>
                    <a:pt x="61590" y="14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35C7AF50-AF1A-3AA8-7540-3072B00493B6}"/>
                </a:ext>
              </a:extLst>
            </p:cNvPr>
            <p:cNvSpPr/>
            <p:nvPr userDrawn="1"/>
          </p:nvSpPr>
          <p:spPr>
            <a:xfrm>
              <a:off x="211488" y="4821922"/>
              <a:ext cx="128818" cy="184498"/>
            </a:xfrm>
            <a:custGeom>
              <a:avLst/>
              <a:gdLst>
                <a:gd name="connsiteX0" fmla="*/ 101595 w 128818"/>
                <a:gd name="connsiteY0" fmla="*/ 67404 h 184498"/>
                <a:gd name="connsiteX1" fmla="*/ 83146 w 128818"/>
                <a:gd name="connsiteY1" fmla="*/ 113077 h 184498"/>
                <a:gd name="connsiteX2" fmla="*/ 59038 w 128818"/>
                <a:gd name="connsiteY2" fmla="*/ 98072 h 184498"/>
                <a:gd name="connsiteX3" fmla="*/ 81998 w 128818"/>
                <a:gd name="connsiteY3" fmla="*/ 64944 h 184498"/>
                <a:gd name="connsiteX4" fmla="*/ 101677 w 128818"/>
                <a:gd name="connsiteY4" fmla="*/ 67404 h 184498"/>
                <a:gd name="connsiteX5" fmla="*/ 101677 w 128818"/>
                <a:gd name="connsiteY5" fmla="*/ 67404 h 184498"/>
                <a:gd name="connsiteX6" fmla="*/ 100119 w 128818"/>
                <a:gd name="connsiteY6" fmla="*/ 3036 h 184498"/>
                <a:gd name="connsiteX7" fmla="*/ 101021 w 128818"/>
                <a:gd name="connsiteY7" fmla="*/ 45511 h 184498"/>
                <a:gd name="connsiteX8" fmla="*/ 57070 w 128818"/>
                <a:gd name="connsiteY8" fmla="*/ 46823 h 184498"/>
                <a:gd name="connsiteX9" fmla="*/ 32963 w 128818"/>
                <a:gd name="connsiteY9" fmla="*/ 86100 h 184498"/>
                <a:gd name="connsiteX10" fmla="*/ 20499 w 128818"/>
                <a:gd name="connsiteY10" fmla="*/ 78146 h 184498"/>
                <a:gd name="connsiteX11" fmla="*/ 10004 w 128818"/>
                <a:gd name="connsiteY11" fmla="*/ 96596 h 184498"/>
                <a:gd name="connsiteX12" fmla="*/ 20663 w 128818"/>
                <a:gd name="connsiteY12" fmla="*/ 104140 h 184498"/>
                <a:gd name="connsiteX13" fmla="*/ 20991 w 128818"/>
                <a:gd name="connsiteY13" fmla="*/ 105944 h 184498"/>
                <a:gd name="connsiteX14" fmla="*/ 0 w 128818"/>
                <a:gd name="connsiteY14" fmla="*/ 145713 h 184498"/>
                <a:gd name="connsiteX15" fmla="*/ 14514 w 128818"/>
                <a:gd name="connsiteY15" fmla="*/ 184498 h 184498"/>
                <a:gd name="connsiteX16" fmla="*/ 47149 w 128818"/>
                <a:gd name="connsiteY16" fmla="*/ 120703 h 184498"/>
                <a:gd name="connsiteX17" fmla="*/ 106023 w 128818"/>
                <a:gd name="connsiteY17" fmla="*/ 133659 h 184498"/>
                <a:gd name="connsiteX18" fmla="*/ 128818 w 128818"/>
                <a:gd name="connsiteY18" fmla="*/ 69290 h 184498"/>
                <a:gd name="connsiteX19" fmla="*/ 127178 w 128818"/>
                <a:gd name="connsiteY19" fmla="*/ 15253 h 184498"/>
                <a:gd name="connsiteX20" fmla="*/ 101103 w 128818"/>
                <a:gd name="connsiteY20" fmla="*/ 330 h 184498"/>
                <a:gd name="connsiteX21" fmla="*/ 100119 w 128818"/>
                <a:gd name="connsiteY21" fmla="*/ 3036 h 184498"/>
                <a:gd name="connsiteX22" fmla="*/ 100119 w 128818"/>
                <a:gd name="connsiteY22" fmla="*/ 3036 h 184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8818" h="184498">
                  <a:moveTo>
                    <a:pt x="101595" y="67404"/>
                  </a:moveTo>
                  <a:cubicBezTo>
                    <a:pt x="102169" y="89790"/>
                    <a:pt x="100201" y="111273"/>
                    <a:pt x="83146" y="113077"/>
                  </a:cubicBezTo>
                  <a:cubicBezTo>
                    <a:pt x="70190" y="114389"/>
                    <a:pt x="60596" y="101844"/>
                    <a:pt x="59038" y="98072"/>
                  </a:cubicBezTo>
                  <a:cubicBezTo>
                    <a:pt x="71994" y="72898"/>
                    <a:pt x="74700" y="69454"/>
                    <a:pt x="81998" y="64944"/>
                  </a:cubicBezTo>
                  <a:cubicBezTo>
                    <a:pt x="88311" y="61090"/>
                    <a:pt x="97741" y="64288"/>
                    <a:pt x="101677" y="67404"/>
                  </a:cubicBezTo>
                  <a:lnTo>
                    <a:pt x="101677" y="67404"/>
                  </a:lnTo>
                  <a:close/>
                  <a:moveTo>
                    <a:pt x="100119" y="3036"/>
                  </a:moveTo>
                  <a:cubicBezTo>
                    <a:pt x="100119" y="7463"/>
                    <a:pt x="101021" y="41739"/>
                    <a:pt x="101021" y="45511"/>
                  </a:cubicBezTo>
                  <a:cubicBezTo>
                    <a:pt x="87573" y="39361"/>
                    <a:pt x="73060" y="34113"/>
                    <a:pt x="57070" y="46823"/>
                  </a:cubicBezTo>
                  <a:cubicBezTo>
                    <a:pt x="52150" y="50759"/>
                    <a:pt x="44033" y="62648"/>
                    <a:pt x="32963" y="86100"/>
                  </a:cubicBezTo>
                  <a:cubicBezTo>
                    <a:pt x="29847" y="83886"/>
                    <a:pt x="20499" y="78146"/>
                    <a:pt x="20499" y="78146"/>
                  </a:cubicBezTo>
                  <a:lnTo>
                    <a:pt x="10004" y="96596"/>
                  </a:lnTo>
                  <a:cubicBezTo>
                    <a:pt x="10004" y="96596"/>
                    <a:pt x="15334" y="100204"/>
                    <a:pt x="20663" y="104140"/>
                  </a:cubicBezTo>
                  <a:cubicBezTo>
                    <a:pt x="21319" y="104632"/>
                    <a:pt x="21401" y="105042"/>
                    <a:pt x="20991" y="105944"/>
                  </a:cubicBezTo>
                  <a:cubicBezTo>
                    <a:pt x="20581" y="106764"/>
                    <a:pt x="0" y="145713"/>
                    <a:pt x="0" y="145713"/>
                  </a:cubicBezTo>
                  <a:lnTo>
                    <a:pt x="14514" y="184498"/>
                  </a:lnTo>
                  <a:cubicBezTo>
                    <a:pt x="14514" y="184498"/>
                    <a:pt x="44771" y="125049"/>
                    <a:pt x="47149" y="120703"/>
                  </a:cubicBezTo>
                  <a:cubicBezTo>
                    <a:pt x="61252" y="137349"/>
                    <a:pt x="89623" y="147271"/>
                    <a:pt x="106023" y="133659"/>
                  </a:cubicBezTo>
                  <a:cubicBezTo>
                    <a:pt x="111681" y="128985"/>
                    <a:pt x="128818" y="118735"/>
                    <a:pt x="128818" y="69290"/>
                  </a:cubicBezTo>
                  <a:cubicBezTo>
                    <a:pt x="128818" y="19845"/>
                    <a:pt x="127178" y="15253"/>
                    <a:pt x="127178" y="15253"/>
                  </a:cubicBezTo>
                  <a:lnTo>
                    <a:pt x="101103" y="330"/>
                  </a:lnTo>
                  <a:cubicBezTo>
                    <a:pt x="101103" y="330"/>
                    <a:pt x="100119" y="-1392"/>
                    <a:pt x="100119" y="3036"/>
                  </a:cubicBezTo>
                  <a:lnTo>
                    <a:pt x="100119" y="3036"/>
                  </a:lnTo>
                  <a:close/>
                </a:path>
              </a:pathLst>
            </a:custGeom>
            <a:grpFill/>
            <a:ln w="19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</p:grpSp>
      <p:grpSp>
        <p:nvGrpSpPr>
          <p:cNvPr id="14" name="Google Shape;181;g25875d3c8e6_0_383">
            <a:extLst>
              <a:ext uri="{FF2B5EF4-FFF2-40B4-BE49-F238E27FC236}">
                <a16:creationId xmlns:a16="http://schemas.microsoft.com/office/drawing/2014/main" id="{6EB4565E-8FC1-6BBC-21DA-065B2AC6A34B}"/>
              </a:ext>
            </a:extLst>
          </p:cNvPr>
          <p:cNvGrpSpPr/>
          <p:nvPr/>
        </p:nvGrpSpPr>
        <p:grpSpPr>
          <a:xfrm>
            <a:off x="372156" y="2472969"/>
            <a:ext cx="4780290" cy="1277638"/>
            <a:chOff x="274145" y="1101209"/>
            <a:chExt cx="4780290" cy="1277638"/>
          </a:xfrm>
        </p:grpSpPr>
        <p:sp>
          <p:nvSpPr>
            <p:cNvPr id="15" name="Google Shape;182;g25875d3c8e6_0_383">
              <a:extLst>
                <a:ext uri="{FF2B5EF4-FFF2-40B4-BE49-F238E27FC236}">
                  <a16:creationId xmlns:a16="http://schemas.microsoft.com/office/drawing/2014/main" id="{472CA8DB-9CF4-0FA4-6389-3EAD442C0358}"/>
                </a:ext>
              </a:extLst>
            </p:cNvPr>
            <p:cNvSpPr txBox="1"/>
            <p:nvPr/>
          </p:nvSpPr>
          <p:spPr>
            <a:xfrm>
              <a:off x="274145" y="1101209"/>
              <a:ext cx="4766100" cy="10156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Arial"/>
                <a:buNone/>
              </a:pPr>
              <a:r>
                <a:rPr lang="es-ES" sz="3000" b="1" i="0" u="none" strike="noStrike" cap="none" dirty="0">
                  <a:solidFill>
                    <a:srgbClr val="FDFDFD"/>
                  </a:solidFill>
                  <a:latin typeface="Satoshi" pitchFamily="50" charset="0"/>
                  <a:sym typeface="Arial"/>
                </a:rPr>
                <a:t>Título de la diapositiva</a:t>
              </a:r>
              <a:r>
                <a:rPr lang="es-ES" sz="3000" b="1" dirty="0">
                  <a:solidFill>
                    <a:srgbClr val="FDFDFD"/>
                  </a:solidFill>
                  <a:latin typeface="Satoshi" pitchFamily="50" charset="0"/>
                </a:rPr>
                <a:t> de separación</a:t>
              </a:r>
              <a:endParaRPr lang="es-ES" sz="3000" b="1" i="0" u="none" strike="noStrike" cap="none" dirty="0">
                <a:solidFill>
                  <a:srgbClr val="FDFDFD"/>
                </a:solidFill>
                <a:latin typeface="Satoshi" pitchFamily="50" charset="0"/>
                <a:sym typeface="Arial"/>
              </a:endParaRPr>
            </a:p>
          </p:txBody>
        </p:sp>
        <p:sp>
          <p:nvSpPr>
            <p:cNvPr id="16" name="Google Shape;184;g25875d3c8e6_0_383">
              <a:extLst>
                <a:ext uri="{FF2B5EF4-FFF2-40B4-BE49-F238E27FC236}">
                  <a16:creationId xmlns:a16="http://schemas.microsoft.com/office/drawing/2014/main" id="{5061DBB7-5569-C6EE-6693-FE8B54ADF57A}"/>
                </a:ext>
              </a:extLst>
            </p:cNvPr>
            <p:cNvSpPr txBox="1"/>
            <p:nvPr/>
          </p:nvSpPr>
          <p:spPr>
            <a:xfrm>
              <a:off x="288335" y="2071111"/>
              <a:ext cx="4766100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-ES" b="0" i="0" u="none" strike="noStrike" cap="none" dirty="0">
                  <a:solidFill>
                    <a:srgbClr val="FDFDFD"/>
                  </a:solidFill>
                  <a:latin typeface="Satoshi" pitchFamily="50" charset="0"/>
                  <a:sym typeface="Arial"/>
                </a:rPr>
                <a:t>Subtítulo complementario de separación</a:t>
              </a:r>
              <a:endParaRPr b="0" i="0" u="none" strike="noStrike" cap="none" dirty="0">
                <a:solidFill>
                  <a:srgbClr val="FDFDFD"/>
                </a:solidFill>
                <a:latin typeface="Satoshi" pitchFamily="50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36684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398C-639A-AAC5-5891-FFF631116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4EEA7E2-C3D2-FDBB-5CB2-01C7E6CE9A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7</a:t>
            </a:fld>
            <a:endParaRPr lang="es-ES" sz="8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3F2170-B811-7378-7690-091716BF84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0AC944F-C29D-A60E-9017-A43F4DD1FCB2}"/>
              </a:ext>
            </a:extLst>
          </p:cNvPr>
          <p:cNvSpPr txBox="1"/>
          <p:nvPr/>
        </p:nvSpPr>
        <p:spPr>
          <a:xfrm>
            <a:off x="383771" y="440305"/>
            <a:ext cx="39596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20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principal de una sección o apartado</a:t>
            </a:r>
            <a:endParaRPr lang="es-ES" sz="2000" b="1" dirty="0">
              <a:solidFill>
                <a:schemeClr val="accent1"/>
              </a:solidFill>
              <a:latin typeface="Satoshi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096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23C70-EB27-FA89-4EB1-874F4C2E7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33BF44E-168C-D09E-D05E-72276881F9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8</a:t>
            </a:fld>
            <a:endParaRPr lang="es-ES" sz="8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5C06E00-4596-EE68-EE8B-F09B9C875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5111EFA-6A78-207B-DD22-72A1D6C9F414}"/>
              </a:ext>
            </a:extLst>
          </p:cNvPr>
          <p:cNvSpPr txBox="1"/>
          <p:nvPr/>
        </p:nvSpPr>
        <p:spPr>
          <a:xfrm>
            <a:off x="365760" y="460629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800"/>
            </a:pPr>
            <a:r>
              <a:rPr lang="es-ES" altLang="en-US" sz="12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de dentro de una sección principal o apartado</a:t>
            </a:r>
          </a:p>
        </p:txBody>
      </p:sp>
    </p:spTree>
    <p:extLst>
      <p:ext uri="{BB962C8B-B14F-4D97-AF65-F5344CB8AC3E}">
        <p14:creationId xmlns:p14="http://schemas.microsoft.com/office/powerpoint/2010/main" val="3635056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AD42E-7EC3-BDAD-2F79-4DDFDA10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5D5609BC-E6BF-CFEA-3D38-C661A2F677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FFED210-F73F-E54E-668F-2256D9E7EF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9</a:t>
            </a:fld>
            <a:endParaRPr lang="es-ES" sz="8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3CF872C-646E-F91D-4303-AD78D931D5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5" name="CuadroTexto 8">
            <a:extLst>
              <a:ext uri="{FF2B5EF4-FFF2-40B4-BE49-F238E27FC236}">
                <a16:creationId xmlns:a16="http://schemas.microsoft.com/office/drawing/2014/main" id="{CD6E6980-5CB1-4B3B-E284-310CED331A29}"/>
              </a:ext>
            </a:extLst>
          </p:cNvPr>
          <p:cNvSpPr txBox="1"/>
          <p:nvPr/>
        </p:nvSpPr>
        <p:spPr>
          <a:xfrm>
            <a:off x="1006073" y="990624"/>
            <a:ext cx="2877950" cy="27402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600" b="1" dirty="0">
                <a:solidFill>
                  <a:schemeClr val="accent1"/>
                </a:solidFill>
                <a:latin typeface="Satoshi" pitchFamily="50" charset="0"/>
                <a:cs typeface="Arial" panose="020B0604020202020204"/>
              </a:rPr>
              <a:t>“Texto destinado a recalcar una idea clave presentada en la diapositiva aportando información”</a:t>
            </a:r>
          </a:p>
        </p:txBody>
      </p:sp>
    </p:spTree>
    <p:extLst>
      <p:ext uri="{BB962C8B-B14F-4D97-AF65-F5344CB8AC3E}">
        <p14:creationId xmlns:p14="http://schemas.microsoft.com/office/powerpoint/2010/main" val="308182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C292-F673-268D-992E-AB33F9E6F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DCBB9F8-D5AD-BA67-F011-9FC3E8070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10</a:t>
            </a:fld>
            <a:endParaRPr lang="es-ES" sz="8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DCB384-2748-5627-38EE-0477539658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12550E4F-D884-5EFB-CEE8-3A16C7A38B15}"/>
              </a:ext>
            </a:extLst>
          </p:cNvPr>
          <p:cNvSpPr txBox="1"/>
          <p:nvPr/>
        </p:nvSpPr>
        <p:spPr>
          <a:xfrm>
            <a:off x="409486" y="3188407"/>
            <a:ext cx="22749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s-ES" sz="1500" dirty="0">
                <a:solidFill>
                  <a:schemeClr val="accent1"/>
                </a:solidFill>
                <a:latin typeface="Satoshi Medium" pitchFamily="50" charset="0"/>
                <a:ea typeface="Open Sans Medium" pitchFamily="2" charset="0"/>
                <a:cs typeface="Open Sans Medium" pitchFamily="2" charset="0"/>
              </a:rPr>
              <a:t>Texto destinado a ampliar y matizar una idea clave presentada en la diapositiva, aportando información complementaria.</a:t>
            </a:r>
            <a:endParaRPr lang="en-US" altLang="es-ES" sz="800" dirty="0">
              <a:solidFill>
                <a:schemeClr val="accent6"/>
              </a:solidFill>
              <a:latin typeface="Montserrat" panose="00000500000000000000" charset="0"/>
              <a:cs typeface="Open Sans" pitchFamily="2" charset="0"/>
            </a:endParaRP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14394217-05DE-5F33-21F6-B3784D0FF604}"/>
              </a:ext>
            </a:extLst>
          </p:cNvPr>
          <p:cNvGrpSpPr/>
          <p:nvPr/>
        </p:nvGrpSpPr>
        <p:grpSpPr>
          <a:xfrm>
            <a:off x="4537365" y="1130172"/>
            <a:ext cx="3264727" cy="3591412"/>
            <a:chOff x="4537365" y="1130172"/>
            <a:chExt cx="3264727" cy="3591412"/>
          </a:xfrm>
        </p:grpSpPr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515A6AF3-74E2-5DCE-E113-1C03DDC8F63A}"/>
                </a:ext>
              </a:extLst>
            </p:cNvPr>
            <p:cNvCxnSpPr>
              <a:cxnSpLocks/>
            </p:cNvCxnSpPr>
            <p:nvPr/>
          </p:nvCxnSpPr>
          <p:spPr>
            <a:xfrm>
              <a:off x="4574309" y="1373883"/>
              <a:ext cx="3810" cy="928646"/>
            </a:xfrm>
            <a:prstGeom prst="line">
              <a:avLst/>
            </a:prstGeom>
            <a:ln w="31750" cap="rnd">
              <a:solidFill>
                <a:schemeClr val="accent1">
                  <a:shade val="95000"/>
                  <a:satMod val="105000"/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iagrama de flujo: conector 18">
              <a:extLst>
                <a:ext uri="{FF2B5EF4-FFF2-40B4-BE49-F238E27FC236}">
                  <a16:creationId xmlns:a16="http://schemas.microsoft.com/office/drawing/2014/main" id="{B794AFB5-72CA-D4E5-0DD3-2E2BC7948B44}"/>
                </a:ext>
              </a:extLst>
            </p:cNvPr>
            <p:cNvSpPr/>
            <p:nvPr/>
          </p:nvSpPr>
          <p:spPr>
            <a:xfrm>
              <a:off x="4537365" y="1224711"/>
              <a:ext cx="77698" cy="7700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" name="Diagrama de flujo: conector 19">
              <a:extLst>
                <a:ext uri="{FF2B5EF4-FFF2-40B4-BE49-F238E27FC236}">
                  <a16:creationId xmlns:a16="http://schemas.microsoft.com/office/drawing/2014/main" id="{088E25DE-291F-97E5-1DD8-50994532817E}"/>
                </a:ext>
              </a:extLst>
            </p:cNvPr>
            <p:cNvSpPr/>
            <p:nvPr/>
          </p:nvSpPr>
          <p:spPr>
            <a:xfrm>
              <a:off x="4544580" y="2413964"/>
              <a:ext cx="77698" cy="7700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104E5667-6DC1-A10B-D737-C94E070DA6EA}"/>
                </a:ext>
              </a:extLst>
            </p:cNvPr>
            <p:cNvGrpSpPr/>
            <p:nvPr/>
          </p:nvGrpSpPr>
          <p:grpSpPr>
            <a:xfrm>
              <a:off x="4823551" y="2326964"/>
              <a:ext cx="2963741" cy="1196792"/>
              <a:chOff x="4488179" y="1578140"/>
              <a:chExt cx="2963741" cy="1196792"/>
            </a:xfrm>
          </p:grpSpPr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CECE6D48-E8B0-849D-6DC9-1BB47B42984C}"/>
                  </a:ext>
                </a:extLst>
              </p:cNvPr>
              <p:cNvSpPr txBox="1"/>
              <p:nvPr/>
            </p:nvSpPr>
            <p:spPr>
              <a:xfrm>
                <a:off x="4488179" y="1578140"/>
                <a:ext cx="2963741" cy="2435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900" b="1" dirty="0">
                    <a:solidFill>
                      <a:schemeClr val="accent1"/>
                    </a:solidFill>
                    <a:latin typeface="Satoshi" pitchFamily="50" charset="0"/>
                  </a:rPr>
                  <a:t>Título de relleno</a:t>
                </a:r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1CFDFF2F-177A-6F91-FDC3-B216FD891BE9}"/>
                  </a:ext>
                </a:extLst>
              </p:cNvPr>
              <p:cNvSpPr txBox="1"/>
              <p:nvPr/>
            </p:nvSpPr>
            <p:spPr>
              <a:xfrm>
                <a:off x="4502979" y="1809475"/>
                <a:ext cx="2716530" cy="965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800" dirty="0">
                    <a:latin typeface="Satoshi" pitchFamily="50" charset="0"/>
                    <a:sym typeface="Montserrat"/>
                  </a:rPr>
                  <a:t>Inserta aquí las ideas o textos derivados del concepto principal </a:t>
                </a:r>
                <a:r>
                  <a:rPr lang="es-ES" sz="800" dirty="0">
                    <a:latin typeface="Satoshi" pitchFamily="50" charset="0"/>
                  </a:rPr>
                  <a:t>aportando contexto y reforzando visualmente los elementos gráficos que lo acompañan</a:t>
                </a:r>
                <a:r>
                  <a:rPr lang="es-ES" sz="800" dirty="0">
                    <a:latin typeface="Satoshi" pitchFamily="50" charset="0"/>
                    <a:sym typeface="Montserrat"/>
                  </a:rPr>
                  <a:t>. Agrega un toque único y atractivo a las presentaciones de PowerPoint que ya están prediseñadas y maquetadas para su uso en cualquiera de las áreas.</a:t>
                </a:r>
                <a:endParaRPr lang="es-ES" sz="800" dirty="0">
                  <a:latin typeface="Satoshi" pitchFamily="50" charset="0"/>
                </a:endParaRPr>
              </a:p>
            </p:txBody>
          </p:sp>
        </p:grp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D66B95BE-E5FB-E8BB-BC39-E5784E6D4DF3}"/>
                </a:ext>
              </a:extLst>
            </p:cNvPr>
            <p:cNvCxnSpPr>
              <a:cxnSpLocks/>
            </p:cNvCxnSpPr>
            <p:nvPr/>
          </p:nvCxnSpPr>
          <p:spPr>
            <a:xfrm>
              <a:off x="4581524" y="2563136"/>
              <a:ext cx="3810" cy="928646"/>
            </a:xfrm>
            <a:prstGeom prst="line">
              <a:avLst/>
            </a:prstGeom>
            <a:ln w="31750" cap="rnd">
              <a:solidFill>
                <a:schemeClr val="accent1">
                  <a:shade val="95000"/>
                  <a:satMod val="105000"/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Diagrama de flujo: conector 41">
              <a:extLst>
                <a:ext uri="{FF2B5EF4-FFF2-40B4-BE49-F238E27FC236}">
                  <a16:creationId xmlns:a16="http://schemas.microsoft.com/office/drawing/2014/main" id="{2E5F8488-27C0-E4E4-5072-2F4BDD14BB21}"/>
                </a:ext>
              </a:extLst>
            </p:cNvPr>
            <p:cNvSpPr/>
            <p:nvPr/>
          </p:nvSpPr>
          <p:spPr>
            <a:xfrm>
              <a:off x="4551795" y="3603217"/>
              <a:ext cx="77698" cy="7700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A6FF8222-899F-303A-DE44-FB15B7FB0BA2}"/>
                </a:ext>
              </a:extLst>
            </p:cNvPr>
            <p:cNvGrpSpPr/>
            <p:nvPr/>
          </p:nvGrpSpPr>
          <p:grpSpPr>
            <a:xfrm>
              <a:off x="4793951" y="1130172"/>
              <a:ext cx="2963741" cy="1196792"/>
              <a:chOff x="4488179" y="1578140"/>
              <a:chExt cx="2963741" cy="1196792"/>
            </a:xfrm>
          </p:grpSpPr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930BA00-E314-118A-49AA-5F1C28E47453}"/>
                  </a:ext>
                </a:extLst>
              </p:cNvPr>
              <p:cNvSpPr txBox="1"/>
              <p:nvPr/>
            </p:nvSpPr>
            <p:spPr>
              <a:xfrm>
                <a:off x="4488179" y="1578140"/>
                <a:ext cx="2963741" cy="2435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900" b="1" dirty="0">
                    <a:solidFill>
                      <a:schemeClr val="accent1"/>
                    </a:solidFill>
                    <a:latin typeface="Satoshi" pitchFamily="50" charset="0"/>
                  </a:rPr>
                  <a:t>Título de relleno</a:t>
                </a: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466B6AEE-C65E-E2D8-B0D5-0E3A68028A12}"/>
                  </a:ext>
                </a:extLst>
              </p:cNvPr>
              <p:cNvSpPr txBox="1"/>
              <p:nvPr/>
            </p:nvSpPr>
            <p:spPr>
              <a:xfrm>
                <a:off x="4502979" y="1809475"/>
                <a:ext cx="2716530" cy="965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800" dirty="0">
                    <a:latin typeface="Satoshi" pitchFamily="50" charset="0"/>
                    <a:sym typeface="Montserrat"/>
                  </a:rPr>
                  <a:t>Inserta aquí las ideas o textos derivados del concepto principal </a:t>
                </a:r>
                <a:r>
                  <a:rPr lang="es-ES" sz="800" dirty="0">
                    <a:latin typeface="Satoshi" pitchFamily="50" charset="0"/>
                  </a:rPr>
                  <a:t>aportando contexto y reforzando visualmente los elementos gráficos que lo acompañan</a:t>
                </a:r>
                <a:r>
                  <a:rPr lang="es-ES" sz="800" dirty="0">
                    <a:latin typeface="Satoshi" pitchFamily="50" charset="0"/>
                    <a:sym typeface="Montserrat"/>
                  </a:rPr>
                  <a:t>. Agrega un toque único y atractivo a las presentaciones de PowerPoint que ya están prediseñadas y maquetadas para su uso en cualquiera de las áreas.</a:t>
                </a:r>
                <a:endParaRPr lang="es-ES" sz="800" dirty="0">
                  <a:latin typeface="Satoshi" pitchFamily="50" charset="0"/>
                </a:endParaRPr>
              </a:p>
            </p:txBody>
          </p:sp>
        </p:grp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075D79D2-32D2-43D0-8A1C-CB5A2DFBF941}"/>
                </a:ext>
              </a:extLst>
            </p:cNvPr>
            <p:cNvGrpSpPr/>
            <p:nvPr/>
          </p:nvGrpSpPr>
          <p:grpSpPr>
            <a:xfrm>
              <a:off x="4838351" y="3524792"/>
              <a:ext cx="2963741" cy="1196792"/>
              <a:chOff x="4488179" y="1578140"/>
              <a:chExt cx="2963741" cy="1196792"/>
            </a:xfrm>
          </p:grpSpPr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04C420A5-A0C0-A913-FD72-43B0FE34B99A}"/>
                  </a:ext>
                </a:extLst>
              </p:cNvPr>
              <p:cNvSpPr txBox="1"/>
              <p:nvPr/>
            </p:nvSpPr>
            <p:spPr>
              <a:xfrm>
                <a:off x="4488179" y="1578140"/>
                <a:ext cx="2963741" cy="2435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900" b="1" dirty="0">
                    <a:solidFill>
                      <a:schemeClr val="accent1"/>
                    </a:solidFill>
                    <a:latin typeface="Satoshi" pitchFamily="50" charset="0"/>
                  </a:rPr>
                  <a:t>Título de relleno</a:t>
                </a: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3B42DDD6-FC97-16CA-E9DF-74BEEE116F7C}"/>
                  </a:ext>
                </a:extLst>
              </p:cNvPr>
              <p:cNvSpPr txBox="1"/>
              <p:nvPr/>
            </p:nvSpPr>
            <p:spPr>
              <a:xfrm>
                <a:off x="4502979" y="1809475"/>
                <a:ext cx="2716530" cy="965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800" dirty="0">
                    <a:latin typeface="Satoshi" pitchFamily="50" charset="0"/>
                    <a:sym typeface="Montserrat"/>
                  </a:rPr>
                  <a:t>Inserta aquí las ideas o textos derivados del concepto principal </a:t>
                </a:r>
                <a:r>
                  <a:rPr lang="es-ES" sz="800" dirty="0">
                    <a:latin typeface="Satoshi" pitchFamily="50" charset="0"/>
                  </a:rPr>
                  <a:t>aportando contexto y reforzando visualmente los elementos gráficos que lo acompañan</a:t>
                </a:r>
                <a:r>
                  <a:rPr lang="es-ES" sz="800" dirty="0">
                    <a:latin typeface="Satoshi" pitchFamily="50" charset="0"/>
                    <a:sym typeface="Montserrat"/>
                  </a:rPr>
                  <a:t>. Agrega un toque único y atractivo a las presentaciones de PowerPoint que ya están prediseñadas y maquetadas para su uso en cualquiera de las áreas.</a:t>
                </a:r>
                <a:endParaRPr lang="es-ES" sz="800" dirty="0">
                  <a:latin typeface="Satoshi" pitchFamily="50" charset="0"/>
                </a:endParaRPr>
              </a:p>
            </p:txBody>
          </p:sp>
        </p:grp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C220848-F6EB-7A61-B8AE-E2511F28D0D8}"/>
              </a:ext>
            </a:extLst>
          </p:cNvPr>
          <p:cNvSpPr txBox="1"/>
          <p:nvPr/>
        </p:nvSpPr>
        <p:spPr>
          <a:xfrm>
            <a:off x="365760" y="460629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800"/>
            </a:pPr>
            <a:r>
              <a:rPr lang="es-ES" altLang="en-US" sz="12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de dentro de una sección principal o apartado</a:t>
            </a:r>
          </a:p>
        </p:txBody>
      </p:sp>
    </p:spTree>
    <p:extLst>
      <p:ext uri="{BB962C8B-B14F-4D97-AF65-F5344CB8AC3E}">
        <p14:creationId xmlns:p14="http://schemas.microsoft.com/office/powerpoint/2010/main" val="2402183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961D11D-8F05-7FFC-CE3C-994F458D5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11</a:t>
            </a:fld>
            <a:endParaRPr lang="es-ES" sz="7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FEEBC5-5927-DF6D-FF89-F1922B98C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Título del documento de la presentación</a:t>
            </a:r>
            <a:endParaRPr lang="es-ES" sz="700" dirty="0"/>
          </a:p>
        </p:txBody>
      </p:sp>
      <p:sp>
        <p:nvSpPr>
          <p:cNvPr id="16" name="Google Shape;241;g2224d39f490_0_202">
            <a:extLst>
              <a:ext uri="{FF2B5EF4-FFF2-40B4-BE49-F238E27FC236}">
                <a16:creationId xmlns:a16="http://schemas.microsoft.com/office/drawing/2014/main" id="{056C5CFF-DE9B-C087-B8BE-2A4C8DE681F0}"/>
              </a:ext>
            </a:extLst>
          </p:cNvPr>
          <p:cNvSpPr/>
          <p:nvPr/>
        </p:nvSpPr>
        <p:spPr>
          <a:xfrm>
            <a:off x="0" y="3954010"/>
            <a:ext cx="9144000" cy="48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Sanskrit Text" panose="02020503050405020304" pitchFamily="18" charset="0"/>
                <a:sym typeface="Montserrat"/>
              </a:rPr>
              <a:t>Texto de relleno estándar para completar </a:t>
            </a:r>
            <a:r>
              <a:rPr lang="es-ES" sz="1200" b="1" i="0" u="none" strike="noStrike" cap="none" dirty="0">
                <a:solidFill>
                  <a:schemeClr val="lt1"/>
                </a:solidFill>
                <a:latin typeface="Satoshi" pitchFamily="50" charset="0"/>
                <a:ea typeface="Montserrat"/>
                <a:cs typeface="Sanskrit Text" panose="02020503050405020304" pitchFamily="18" charset="0"/>
                <a:sym typeface="Montserrat"/>
              </a:rPr>
              <a:t>resaltando lo importante</a:t>
            </a:r>
            <a:endParaRPr sz="1200" b="1" i="0" u="none" strike="noStrike" cap="none" dirty="0">
              <a:solidFill>
                <a:schemeClr val="lt1"/>
              </a:solidFill>
              <a:latin typeface="Satoshi" pitchFamily="50" charset="0"/>
              <a:ea typeface="Montserrat"/>
              <a:cs typeface="Sanskrit Text" panose="02020503050405020304" pitchFamily="18" charset="0"/>
              <a:sym typeface="Montserrat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A311449-CF26-BB7F-12C1-587DAB386B32}"/>
              </a:ext>
            </a:extLst>
          </p:cNvPr>
          <p:cNvSpPr txBox="1"/>
          <p:nvPr/>
        </p:nvSpPr>
        <p:spPr>
          <a:xfrm>
            <a:off x="318816" y="1567495"/>
            <a:ext cx="1940882" cy="18206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  <a:sym typeface="Montserrat"/>
              </a:rPr>
              <a:t>Inserta aquí las ideas o textos derivados del concepto principal </a:t>
            </a:r>
            <a:r>
              <a:rPr lang="es-ES" sz="900" dirty="0">
                <a:latin typeface="Satoshi" pitchFamily="50" charset="0"/>
              </a:rPr>
              <a:t>aportando contexto y reforzando visualmente los elementos gráficos que lo acompañan</a:t>
            </a:r>
            <a:r>
              <a:rPr lang="es-ES" sz="900" dirty="0">
                <a:latin typeface="Satoshi" pitchFamily="50" charset="0"/>
                <a:sym typeface="Montserrat"/>
              </a:rPr>
              <a:t>. Agrega un toque único y atractivo a las presentaciones de PowerPoint.</a:t>
            </a:r>
          </a:p>
          <a:p>
            <a:pPr>
              <a:lnSpc>
                <a:spcPct val="120000"/>
              </a:lnSpc>
            </a:pPr>
            <a:endParaRPr lang="es-ES" sz="900" dirty="0">
              <a:latin typeface="Satoshi" pitchFamily="50" charset="0"/>
              <a:sym typeface="Montserrat"/>
            </a:endParaRP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  <a:sym typeface="Montserrat"/>
              </a:rPr>
              <a:t>Inserta aquí las ideas o textos derivados del concepto principal.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AF6472E-734B-3BB6-78DC-4D2C747AC9DE}"/>
              </a:ext>
            </a:extLst>
          </p:cNvPr>
          <p:cNvSpPr txBox="1"/>
          <p:nvPr/>
        </p:nvSpPr>
        <p:spPr>
          <a:xfrm>
            <a:off x="318816" y="406720"/>
            <a:ext cx="19878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20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principal de una sección o apartado</a:t>
            </a:r>
            <a:endParaRPr lang="es-ES" sz="2000" b="1" dirty="0">
              <a:solidFill>
                <a:schemeClr val="accent1"/>
              </a:solidFill>
              <a:latin typeface="Satoshi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0920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415F7-2F2E-2330-9B1C-821F48D8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44EAE02-9129-4143-D806-C378A78F29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12</a:t>
            </a:fld>
            <a:endParaRPr lang="es-ES" sz="8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526C5B9-C3AB-8DFA-9137-63883498F5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D8819BC3-79D5-F38D-4946-A41F71F45D62}"/>
              </a:ext>
            </a:extLst>
          </p:cNvPr>
          <p:cNvSpPr txBox="1"/>
          <p:nvPr/>
        </p:nvSpPr>
        <p:spPr>
          <a:xfrm>
            <a:off x="409486" y="3188407"/>
            <a:ext cx="22749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s-ES" sz="1500" dirty="0">
                <a:solidFill>
                  <a:schemeClr val="accent1"/>
                </a:solidFill>
                <a:latin typeface="Satoshi Medium" pitchFamily="50" charset="0"/>
                <a:ea typeface="Open Sans Medium" pitchFamily="2" charset="0"/>
                <a:cs typeface="Open Sans Medium" pitchFamily="2" charset="0"/>
              </a:rPr>
              <a:t>Texto destinado a ampliar y matizar una idea clave presentada en la diapositiva, aportando información complementaria.</a:t>
            </a:r>
            <a:endParaRPr lang="en-US" altLang="es-ES" sz="800" dirty="0">
              <a:solidFill>
                <a:schemeClr val="accent6"/>
              </a:solidFill>
              <a:latin typeface="Montserrat" panose="00000500000000000000" charset="0"/>
              <a:cs typeface="Open Sans" pitchFamily="2" charset="0"/>
            </a:endParaRP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68C1CF86-110E-B27F-8188-D6C7E3E93576}"/>
              </a:ext>
            </a:extLst>
          </p:cNvPr>
          <p:cNvGrpSpPr/>
          <p:nvPr/>
        </p:nvGrpSpPr>
        <p:grpSpPr>
          <a:xfrm>
            <a:off x="4537365" y="1130172"/>
            <a:ext cx="3264727" cy="3591412"/>
            <a:chOff x="4537365" y="1130172"/>
            <a:chExt cx="3264727" cy="3591412"/>
          </a:xfrm>
        </p:grpSpPr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19E4DBB8-7B72-8A52-A11B-E417BF1FD325}"/>
                </a:ext>
              </a:extLst>
            </p:cNvPr>
            <p:cNvCxnSpPr>
              <a:cxnSpLocks/>
            </p:cNvCxnSpPr>
            <p:nvPr/>
          </p:nvCxnSpPr>
          <p:spPr>
            <a:xfrm>
              <a:off x="4574309" y="1373883"/>
              <a:ext cx="3810" cy="928646"/>
            </a:xfrm>
            <a:prstGeom prst="line">
              <a:avLst/>
            </a:prstGeom>
            <a:ln w="31750" cap="rnd">
              <a:solidFill>
                <a:schemeClr val="accent1">
                  <a:shade val="95000"/>
                  <a:satMod val="105000"/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iagrama de flujo: conector 18">
              <a:extLst>
                <a:ext uri="{FF2B5EF4-FFF2-40B4-BE49-F238E27FC236}">
                  <a16:creationId xmlns:a16="http://schemas.microsoft.com/office/drawing/2014/main" id="{CA846C47-CBEC-C50B-DA09-B014A6A30328}"/>
                </a:ext>
              </a:extLst>
            </p:cNvPr>
            <p:cNvSpPr/>
            <p:nvPr/>
          </p:nvSpPr>
          <p:spPr>
            <a:xfrm>
              <a:off x="4537365" y="1224711"/>
              <a:ext cx="77698" cy="7700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" name="Diagrama de flujo: conector 19">
              <a:extLst>
                <a:ext uri="{FF2B5EF4-FFF2-40B4-BE49-F238E27FC236}">
                  <a16:creationId xmlns:a16="http://schemas.microsoft.com/office/drawing/2014/main" id="{8F78476F-A06E-AF3C-D640-41EC4104D21F}"/>
                </a:ext>
              </a:extLst>
            </p:cNvPr>
            <p:cNvSpPr/>
            <p:nvPr/>
          </p:nvSpPr>
          <p:spPr>
            <a:xfrm>
              <a:off x="4544580" y="2413964"/>
              <a:ext cx="77698" cy="7700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26B5C97A-BE95-D76F-CD97-2804E8D034C3}"/>
                </a:ext>
              </a:extLst>
            </p:cNvPr>
            <p:cNvGrpSpPr/>
            <p:nvPr/>
          </p:nvGrpSpPr>
          <p:grpSpPr>
            <a:xfrm>
              <a:off x="4823551" y="2326964"/>
              <a:ext cx="2963741" cy="1196792"/>
              <a:chOff x="4488179" y="1578140"/>
              <a:chExt cx="2963741" cy="1196792"/>
            </a:xfrm>
          </p:grpSpPr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EC24D70F-C0AB-9ECE-B8D3-F22128660563}"/>
                  </a:ext>
                </a:extLst>
              </p:cNvPr>
              <p:cNvSpPr txBox="1"/>
              <p:nvPr/>
            </p:nvSpPr>
            <p:spPr>
              <a:xfrm>
                <a:off x="4488179" y="1578140"/>
                <a:ext cx="2963741" cy="2435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900" b="1" dirty="0">
                    <a:solidFill>
                      <a:schemeClr val="accent1"/>
                    </a:solidFill>
                    <a:latin typeface="Satoshi" pitchFamily="50" charset="0"/>
                  </a:rPr>
                  <a:t>Título de relleno</a:t>
                </a:r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69012616-E53C-6FA8-4A1E-ACF69ADD208D}"/>
                  </a:ext>
                </a:extLst>
              </p:cNvPr>
              <p:cNvSpPr txBox="1"/>
              <p:nvPr/>
            </p:nvSpPr>
            <p:spPr>
              <a:xfrm>
                <a:off x="4502979" y="1809475"/>
                <a:ext cx="2716530" cy="965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800" dirty="0">
                    <a:latin typeface="Satoshi" pitchFamily="50" charset="0"/>
                    <a:sym typeface="Montserrat"/>
                  </a:rPr>
                  <a:t>Inserta aquí las ideas o textos derivados del concepto principal </a:t>
                </a:r>
                <a:r>
                  <a:rPr lang="es-ES" sz="800" dirty="0">
                    <a:latin typeface="Satoshi" pitchFamily="50" charset="0"/>
                  </a:rPr>
                  <a:t>aportando contexto y reforzando visualmente los elementos gráficos que lo acompañan</a:t>
                </a:r>
                <a:r>
                  <a:rPr lang="es-ES" sz="800" dirty="0">
                    <a:latin typeface="Satoshi" pitchFamily="50" charset="0"/>
                    <a:sym typeface="Montserrat"/>
                  </a:rPr>
                  <a:t>. Agrega un toque único y atractivo a las presentaciones de PowerPoint que ya están prediseñadas y maquetadas para su uso en cualquiera de las áreas.</a:t>
                </a:r>
                <a:endParaRPr lang="es-ES" sz="800" dirty="0">
                  <a:latin typeface="Satoshi" pitchFamily="50" charset="0"/>
                </a:endParaRPr>
              </a:p>
            </p:txBody>
          </p:sp>
        </p:grp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1EB302F8-9239-FFA5-038A-0B983715C51E}"/>
                </a:ext>
              </a:extLst>
            </p:cNvPr>
            <p:cNvCxnSpPr>
              <a:cxnSpLocks/>
            </p:cNvCxnSpPr>
            <p:nvPr/>
          </p:nvCxnSpPr>
          <p:spPr>
            <a:xfrm>
              <a:off x="4581524" y="2563136"/>
              <a:ext cx="3810" cy="928646"/>
            </a:xfrm>
            <a:prstGeom prst="line">
              <a:avLst/>
            </a:prstGeom>
            <a:ln w="31750" cap="rnd">
              <a:solidFill>
                <a:schemeClr val="accent1">
                  <a:shade val="95000"/>
                  <a:satMod val="105000"/>
                  <a:alpha val="8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Diagrama de flujo: conector 41">
              <a:extLst>
                <a:ext uri="{FF2B5EF4-FFF2-40B4-BE49-F238E27FC236}">
                  <a16:creationId xmlns:a16="http://schemas.microsoft.com/office/drawing/2014/main" id="{4FD66059-FA05-F364-11BB-DF2874235166}"/>
                </a:ext>
              </a:extLst>
            </p:cNvPr>
            <p:cNvSpPr/>
            <p:nvPr/>
          </p:nvSpPr>
          <p:spPr>
            <a:xfrm>
              <a:off x="4551795" y="3603217"/>
              <a:ext cx="77698" cy="7700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2A057415-1F3B-7336-2602-1B8BA86E346B}"/>
                </a:ext>
              </a:extLst>
            </p:cNvPr>
            <p:cNvGrpSpPr/>
            <p:nvPr/>
          </p:nvGrpSpPr>
          <p:grpSpPr>
            <a:xfrm>
              <a:off x="4793951" y="1130172"/>
              <a:ext cx="2963741" cy="1196792"/>
              <a:chOff x="4488179" y="1578140"/>
              <a:chExt cx="2963741" cy="1196792"/>
            </a:xfrm>
          </p:grpSpPr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0EE88E0E-9FEE-D62F-AB82-4ABFF9F483DC}"/>
                  </a:ext>
                </a:extLst>
              </p:cNvPr>
              <p:cNvSpPr txBox="1"/>
              <p:nvPr/>
            </p:nvSpPr>
            <p:spPr>
              <a:xfrm>
                <a:off x="4488179" y="1578140"/>
                <a:ext cx="2963741" cy="2435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900" b="1" dirty="0">
                    <a:solidFill>
                      <a:schemeClr val="accent1"/>
                    </a:solidFill>
                    <a:latin typeface="Satoshi" pitchFamily="50" charset="0"/>
                  </a:rPr>
                  <a:t>Título de relleno</a:t>
                </a:r>
              </a:p>
            </p:txBody>
          </p:sp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CEBBEA88-4A62-F409-A0A6-AC668906F67F}"/>
                  </a:ext>
                </a:extLst>
              </p:cNvPr>
              <p:cNvSpPr txBox="1"/>
              <p:nvPr/>
            </p:nvSpPr>
            <p:spPr>
              <a:xfrm>
                <a:off x="4502979" y="1809475"/>
                <a:ext cx="2716530" cy="965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800" dirty="0">
                    <a:latin typeface="Satoshi" pitchFamily="50" charset="0"/>
                    <a:sym typeface="Montserrat"/>
                  </a:rPr>
                  <a:t>Inserta aquí las ideas o textos derivados del concepto principal </a:t>
                </a:r>
                <a:r>
                  <a:rPr lang="es-ES" sz="800" dirty="0">
                    <a:latin typeface="Satoshi" pitchFamily="50" charset="0"/>
                  </a:rPr>
                  <a:t>aportando contexto y reforzando visualmente los elementos gráficos que lo acompañan</a:t>
                </a:r>
                <a:r>
                  <a:rPr lang="es-ES" sz="800" dirty="0">
                    <a:latin typeface="Satoshi" pitchFamily="50" charset="0"/>
                    <a:sym typeface="Montserrat"/>
                  </a:rPr>
                  <a:t>. Agrega un toque único y atractivo a las presentaciones de PowerPoint que ya están prediseñadas y maquetadas para su uso en cualquiera de las áreas.</a:t>
                </a:r>
                <a:endParaRPr lang="es-ES" sz="800" dirty="0">
                  <a:latin typeface="Satoshi" pitchFamily="50" charset="0"/>
                </a:endParaRPr>
              </a:p>
            </p:txBody>
          </p:sp>
        </p:grp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C33D4E6C-6C85-D257-608D-B768C6ADC35A}"/>
                </a:ext>
              </a:extLst>
            </p:cNvPr>
            <p:cNvGrpSpPr/>
            <p:nvPr/>
          </p:nvGrpSpPr>
          <p:grpSpPr>
            <a:xfrm>
              <a:off x="4838351" y="3524792"/>
              <a:ext cx="2963741" cy="1196792"/>
              <a:chOff x="4488179" y="1578140"/>
              <a:chExt cx="2963741" cy="1196792"/>
            </a:xfrm>
          </p:grpSpPr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DAEEB931-F549-8C40-48DB-1E58EDC33BBE}"/>
                  </a:ext>
                </a:extLst>
              </p:cNvPr>
              <p:cNvSpPr txBox="1"/>
              <p:nvPr/>
            </p:nvSpPr>
            <p:spPr>
              <a:xfrm>
                <a:off x="4488179" y="1578140"/>
                <a:ext cx="2963741" cy="2435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900" b="1" dirty="0">
                    <a:solidFill>
                      <a:schemeClr val="accent1"/>
                    </a:solidFill>
                    <a:latin typeface="Satoshi" pitchFamily="50" charset="0"/>
                  </a:rPr>
                  <a:t>Título de relleno</a:t>
                </a:r>
              </a:p>
            </p:txBody>
          </p:sp>
          <p:sp>
            <p:nvSpPr>
              <p:cNvPr id="48" name="CuadroTexto 47">
                <a:extLst>
                  <a:ext uri="{FF2B5EF4-FFF2-40B4-BE49-F238E27FC236}">
                    <a16:creationId xmlns:a16="http://schemas.microsoft.com/office/drawing/2014/main" id="{35FEF785-12BF-B3E2-F9C5-25C504BA075E}"/>
                  </a:ext>
                </a:extLst>
              </p:cNvPr>
              <p:cNvSpPr txBox="1"/>
              <p:nvPr/>
            </p:nvSpPr>
            <p:spPr>
              <a:xfrm>
                <a:off x="4502979" y="1809475"/>
                <a:ext cx="2716530" cy="9654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s-ES" sz="800" dirty="0">
                    <a:latin typeface="Satoshi" pitchFamily="50" charset="0"/>
                    <a:sym typeface="Montserrat"/>
                  </a:rPr>
                  <a:t>Inserta aquí las ideas o textos derivados del concepto principal </a:t>
                </a:r>
                <a:r>
                  <a:rPr lang="es-ES" sz="800" dirty="0">
                    <a:latin typeface="Satoshi" pitchFamily="50" charset="0"/>
                  </a:rPr>
                  <a:t>aportando contexto y reforzando visualmente los elementos gráficos que lo acompañan</a:t>
                </a:r>
                <a:r>
                  <a:rPr lang="es-ES" sz="800" dirty="0">
                    <a:latin typeface="Satoshi" pitchFamily="50" charset="0"/>
                    <a:sym typeface="Montserrat"/>
                  </a:rPr>
                  <a:t>. Agrega un toque único y atractivo a las presentaciones de PowerPoint que ya están prediseñadas y maquetadas para su uso en cualquiera de las áreas.</a:t>
                </a:r>
                <a:endParaRPr lang="es-ES" sz="800" dirty="0">
                  <a:latin typeface="Satoshi" pitchFamily="50" charset="0"/>
                </a:endParaRPr>
              </a:p>
            </p:txBody>
          </p:sp>
        </p:grpSp>
      </p:grpSp>
      <p:sp>
        <p:nvSpPr>
          <p:cNvPr id="53" name="CuadroTexto 52">
            <a:extLst>
              <a:ext uri="{FF2B5EF4-FFF2-40B4-BE49-F238E27FC236}">
                <a16:creationId xmlns:a16="http://schemas.microsoft.com/office/drawing/2014/main" id="{48F1E45C-B1A9-7C9C-837B-B8F26936A9DF}"/>
              </a:ext>
            </a:extLst>
          </p:cNvPr>
          <p:cNvSpPr txBox="1"/>
          <p:nvPr/>
        </p:nvSpPr>
        <p:spPr>
          <a:xfrm>
            <a:off x="365760" y="460629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800"/>
            </a:pPr>
            <a:r>
              <a:rPr lang="es-ES" altLang="en-US" sz="12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de dentro de una sección principal o apartado</a:t>
            </a:r>
          </a:p>
        </p:txBody>
      </p:sp>
    </p:spTree>
    <p:extLst>
      <p:ext uri="{BB962C8B-B14F-4D97-AF65-F5344CB8AC3E}">
        <p14:creationId xmlns:p14="http://schemas.microsoft.com/office/powerpoint/2010/main" val="1808904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40333-8210-67C6-3939-66F578BD0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AC573C7-7DC7-7934-49A9-115739EB1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13</a:t>
            </a:fld>
            <a:endParaRPr lang="es-ES" sz="8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8C5266-BD97-79B5-5AAA-AF68F6A77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/>
              <a:t>Título del documento de la presentación</a:t>
            </a:r>
            <a:endParaRPr lang="es-ES" sz="800" dirty="0"/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93BE7C5-D55D-826B-2BCB-DAA1E61A8907}"/>
              </a:ext>
            </a:extLst>
          </p:cNvPr>
          <p:cNvSpPr>
            <a:spLocks/>
          </p:cNvSpPr>
          <p:nvPr/>
        </p:nvSpPr>
        <p:spPr>
          <a:xfrm>
            <a:off x="4558940" y="1227859"/>
            <a:ext cx="3809998" cy="3422518"/>
          </a:xfrm>
          <a:custGeom>
            <a:avLst/>
            <a:gdLst>
              <a:gd name="connsiteX0" fmla="*/ 0 w 1850730"/>
              <a:gd name="connsiteY0" fmla="*/ 0 h 538164"/>
              <a:gd name="connsiteX1" fmla="*/ 1850730 w 1850730"/>
              <a:gd name="connsiteY1" fmla="*/ 0 h 538164"/>
              <a:gd name="connsiteX2" fmla="*/ 1850730 w 1850730"/>
              <a:gd name="connsiteY2" fmla="*/ 538165 h 538164"/>
              <a:gd name="connsiteX3" fmla="*/ 0 w 1850730"/>
              <a:gd name="connsiteY3" fmla="*/ 538165 h 538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50730" h="538164">
                <a:moveTo>
                  <a:pt x="0" y="0"/>
                </a:moveTo>
                <a:lnTo>
                  <a:pt x="1850730" y="0"/>
                </a:lnTo>
                <a:lnTo>
                  <a:pt x="1850730" y="538165"/>
                </a:lnTo>
                <a:lnTo>
                  <a:pt x="0" y="538165"/>
                </a:lnTo>
                <a:close/>
              </a:path>
            </a:pathLst>
          </a:custGeom>
          <a:solidFill>
            <a:schemeClr val="tx2"/>
          </a:solidFill>
          <a:ln w="6282" cap="flat">
            <a:noFill/>
            <a:prstDash val="solid"/>
            <a:miter/>
          </a:ln>
          <a:effectLst>
            <a:outerShdw blurRad="63500" dist="25400" dir="6000000" algn="ctr" rotWithShape="0">
              <a:schemeClr val="bg1">
                <a:alpha val="0"/>
              </a:schemeClr>
            </a:outerShdw>
          </a:effectLst>
        </p:spPr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 lang="es-ES" dirty="0">
              <a:noFill/>
            </a:endParaRPr>
          </a:p>
        </p:txBody>
      </p:sp>
      <p:grpSp>
        <p:nvGrpSpPr>
          <p:cNvPr id="42" name="Grupo 41">
            <a:extLst>
              <a:ext uri="{FF2B5EF4-FFF2-40B4-BE49-F238E27FC236}">
                <a16:creationId xmlns:a16="http://schemas.microsoft.com/office/drawing/2014/main" id="{14A29D13-D59C-1EF2-DA02-842CD09A708D}"/>
              </a:ext>
            </a:extLst>
          </p:cNvPr>
          <p:cNvGrpSpPr/>
          <p:nvPr/>
        </p:nvGrpSpPr>
        <p:grpSpPr>
          <a:xfrm>
            <a:off x="4558940" y="787521"/>
            <a:ext cx="3823056" cy="654477"/>
            <a:chOff x="2517995" y="1032138"/>
            <a:chExt cx="2661207" cy="440338"/>
          </a:xfrm>
        </p:grpSpPr>
        <p:sp>
          <p:nvSpPr>
            <p:cNvPr id="19" name="Forma libre: forma 18">
              <a:extLst>
                <a:ext uri="{FF2B5EF4-FFF2-40B4-BE49-F238E27FC236}">
                  <a16:creationId xmlns:a16="http://schemas.microsoft.com/office/drawing/2014/main" id="{B34A2C12-AD43-643A-511C-E401726995DF}"/>
                </a:ext>
              </a:extLst>
            </p:cNvPr>
            <p:cNvSpPr/>
            <p:nvPr/>
          </p:nvSpPr>
          <p:spPr>
            <a:xfrm>
              <a:off x="2517995" y="1032138"/>
              <a:ext cx="2652117" cy="440338"/>
            </a:xfrm>
            <a:custGeom>
              <a:avLst/>
              <a:gdLst>
                <a:gd name="connsiteX0" fmla="*/ 0 w 1850730"/>
                <a:gd name="connsiteY0" fmla="*/ 0 h 375286"/>
                <a:gd name="connsiteX1" fmla="*/ 1850730 w 1850730"/>
                <a:gd name="connsiteY1" fmla="*/ 0 h 375286"/>
                <a:gd name="connsiteX2" fmla="*/ 1850730 w 1850730"/>
                <a:gd name="connsiteY2" fmla="*/ 375287 h 375286"/>
                <a:gd name="connsiteX3" fmla="*/ 0 w 1850730"/>
                <a:gd name="connsiteY3" fmla="*/ 375287 h 3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0730" h="375286">
                  <a:moveTo>
                    <a:pt x="0" y="0"/>
                  </a:moveTo>
                  <a:lnTo>
                    <a:pt x="1850730" y="0"/>
                  </a:lnTo>
                  <a:lnTo>
                    <a:pt x="1850730" y="375287"/>
                  </a:lnTo>
                  <a:lnTo>
                    <a:pt x="0" y="375287"/>
                  </a:lnTo>
                  <a:close/>
                </a:path>
              </a:pathLst>
            </a:custGeom>
            <a:solidFill>
              <a:schemeClr val="accent1"/>
            </a:solidFill>
            <a:ln w="6282" cap="flat">
              <a:noFill/>
              <a:prstDash val="solid"/>
              <a:miter/>
            </a:ln>
          </p:spPr>
          <p:txBody>
            <a:bodyPr rtlCol="0" anchor="ctr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endParaRPr lang="es-ES" dirty="0"/>
            </a:p>
          </p:txBody>
        </p:sp>
        <p:sp>
          <p:nvSpPr>
            <p:cNvPr id="20" name="CuadroTexto 28">
              <a:extLst>
                <a:ext uri="{FF2B5EF4-FFF2-40B4-BE49-F238E27FC236}">
                  <a16:creationId xmlns:a16="http://schemas.microsoft.com/office/drawing/2014/main" id="{68BF7469-B581-F9CB-0164-7DDA9B60F827}"/>
                </a:ext>
              </a:extLst>
            </p:cNvPr>
            <p:cNvSpPr txBox="1"/>
            <p:nvPr/>
          </p:nvSpPr>
          <p:spPr>
            <a:xfrm>
              <a:off x="2527086" y="1102937"/>
              <a:ext cx="2652116" cy="28813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algn="ctr">
                <a:lnSpc>
                  <a:spcPct val="120000"/>
                </a:lnSpc>
              </a:pPr>
              <a:r>
                <a:rPr lang="es-ES" sz="1000" b="1" dirty="0">
                  <a:solidFill>
                    <a:schemeClr val="bg1"/>
                  </a:solidFill>
                  <a:latin typeface="Satoshi" pitchFamily="50" charset="0"/>
                </a:rPr>
                <a:t>Título del apartado</a:t>
              </a:r>
            </a:p>
            <a:p>
              <a:pPr algn="ctr">
                <a:lnSpc>
                  <a:spcPct val="120000"/>
                </a:lnSpc>
              </a:pPr>
              <a:r>
                <a:rPr lang="es-ES" sz="900" dirty="0">
                  <a:solidFill>
                    <a:schemeClr val="bg1"/>
                  </a:solidFill>
                  <a:latin typeface="Satoshi" pitchFamily="50" charset="0"/>
                </a:rPr>
                <a:t>Inserta aquí un subtítulo o idea del apartado</a:t>
              </a:r>
            </a:p>
          </p:txBody>
        </p:sp>
      </p:grp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23ACA089-DF38-09C0-5CA4-125631D6F5B2}"/>
              </a:ext>
            </a:extLst>
          </p:cNvPr>
          <p:cNvCxnSpPr>
            <a:cxnSpLocks/>
          </p:cNvCxnSpPr>
          <p:nvPr/>
        </p:nvCxnSpPr>
        <p:spPr>
          <a:xfrm>
            <a:off x="5016137" y="3002958"/>
            <a:ext cx="3004457" cy="0"/>
          </a:xfrm>
          <a:prstGeom prst="line">
            <a:avLst/>
          </a:prstGeom>
          <a:ln w="31750" cap="rnd">
            <a:solidFill>
              <a:schemeClr val="accent1">
                <a:shade val="95000"/>
                <a:satMod val="105000"/>
                <a:alpha val="8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CuadroTexto 43">
            <a:extLst>
              <a:ext uri="{FF2B5EF4-FFF2-40B4-BE49-F238E27FC236}">
                <a16:creationId xmlns:a16="http://schemas.microsoft.com/office/drawing/2014/main" id="{6B766407-5643-46F0-8AA3-4B20D51F3F29}"/>
              </a:ext>
            </a:extLst>
          </p:cNvPr>
          <p:cNvSpPr txBox="1"/>
          <p:nvPr/>
        </p:nvSpPr>
        <p:spPr>
          <a:xfrm>
            <a:off x="318816" y="1567495"/>
            <a:ext cx="2215378" cy="18206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  <a:sym typeface="Montserrat"/>
              </a:rPr>
              <a:t>Inserta aquí las ideas o textos derivados del concepto principal </a:t>
            </a:r>
            <a:r>
              <a:rPr lang="es-ES" sz="900" dirty="0">
                <a:latin typeface="Satoshi" pitchFamily="50" charset="0"/>
              </a:rPr>
              <a:t>aportando contexto y reforzando visualmente los elementos gráficos que lo acompañan</a:t>
            </a:r>
            <a:r>
              <a:rPr lang="es-ES" sz="900" dirty="0">
                <a:latin typeface="Satoshi" pitchFamily="50" charset="0"/>
                <a:sym typeface="Montserrat"/>
              </a:rPr>
              <a:t>. Agrega un toque único y atractivo a las presentaciones de PowerPoint.</a:t>
            </a:r>
          </a:p>
          <a:p>
            <a:pPr>
              <a:lnSpc>
                <a:spcPct val="120000"/>
              </a:lnSpc>
            </a:pPr>
            <a:endParaRPr lang="es-ES" sz="900" dirty="0">
              <a:latin typeface="Satoshi" pitchFamily="50" charset="0"/>
              <a:sym typeface="Montserrat"/>
            </a:endParaRP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  <a:sym typeface="Montserrat"/>
              </a:rPr>
              <a:t>Inserta aquí las ideas o textos derivados del concepto principal.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0A3F99D-C3A9-46FE-C4F7-4924030A105C}"/>
              </a:ext>
            </a:extLst>
          </p:cNvPr>
          <p:cNvSpPr txBox="1"/>
          <p:nvPr/>
        </p:nvSpPr>
        <p:spPr>
          <a:xfrm>
            <a:off x="318816" y="406720"/>
            <a:ext cx="19878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20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principal de una sección o apartado</a:t>
            </a:r>
            <a:endParaRPr lang="es-ES" sz="2000" b="1" dirty="0">
              <a:solidFill>
                <a:schemeClr val="accent1"/>
              </a:solidFill>
              <a:latin typeface="Satoshi" pitchFamily="50" charset="0"/>
            </a:endParaRP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A34D181-0A95-E822-F3F7-6242420DF898}"/>
              </a:ext>
            </a:extLst>
          </p:cNvPr>
          <p:cNvSpPr txBox="1"/>
          <p:nvPr/>
        </p:nvSpPr>
        <p:spPr>
          <a:xfrm>
            <a:off x="4916696" y="1755306"/>
            <a:ext cx="3103898" cy="926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latin typeface="Satoshi" pitchFamily="50" charset="0"/>
              </a:rPr>
              <a:t>Título del apartado </a:t>
            </a: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  <a:sym typeface="Montserrat"/>
              </a:rPr>
              <a:t>Inserta aquí las ideas o textos derivados del concepto principal </a:t>
            </a:r>
            <a:r>
              <a:rPr lang="es-ES" sz="900" dirty="0">
                <a:latin typeface="Satoshi" pitchFamily="50" charset="0"/>
              </a:rPr>
              <a:t>aportando contexto y reforzando visualmente los elementos gráficos que lo acompañan</a:t>
            </a:r>
            <a:r>
              <a:rPr lang="es-ES" sz="900" dirty="0">
                <a:latin typeface="Satoshi" pitchFamily="50" charset="0"/>
                <a:sym typeface="Montserrat"/>
              </a:rPr>
              <a:t>. Agrega un toque único y atractivo a las presentaciones de PowerPoint.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05D19EA-ADC3-CE8A-AB1E-020B88B77179}"/>
              </a:ext>
            </a:extLst>
          </p:cNvPr>
          <p:cNvSpPr txBox="1"/>
          <p:nvPr/>
        </p:nvSpPr>
        <p:spPr>
          <a:xfrm>
            <a:off x="4916696" y="3359946"/>
            <a:ext cx="3103898" cy="926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latin typeface="Satoshi" pitchFamily="50" charset="0"/>
              </a:rPr>
              <a:t>Título del apartado </a:t>
            </a: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  <a:sym typeface="Montserrat"/>
              </a:rPr>
              <a:t>Inserta aquí las ideas o textos derivados del concepto principal </a:t>
            </a:r>
            <a:r>
              <a:rPr lang="es-ES" sz="900" dirty="0">
                <a:latin typeface="Satoshi" pitchFamily="50" charset="0"/>
              </a:rPr>
              <a:t>aportando contexto y reforzando visualmente los elementos gráficos que lo acompañan</a:t>
            </a:r>
            <a:r>
              <a:rPr lang="es-ES" sz="900" dirty="0">
                <a:latin typeface="Satoshi" pitchFamily="50" charset="0"/>
                <a:sym typeface="Montserrat"/>
              </a:rPr>
              <a:t>. Agrega un toque único y atractivo a las presentaciones de PowerPoint.</a:t>
            </a:r>
          </a:p>
        </p:txBody>
      </p:sp>
    </p:spTree>
    <p:extLst>
      <p:ext uri="{BB962C8B-B14F-4D97-AF65-F5344CB8AC3E}">
        <p14:creationId xmlns:p14="http://schemas.microsoft.com/office/powerpoint/2010/main" val="4213824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6262A-C4A2-AE69-BA43-001344633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4068185-641E-70DA-0E28-898D37F88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14</a:t>
            </a:fld>
            <a:endParaRPr lang="es-ES" sz="800" dirty="0"/>
          </a:p>
        </p:txBody>
      </p:sp>
      <p:grpSp>
        <p:nvGrpSpPr>
          <p:cNvPr id="68" name="Grupo 67">
            <a:extLst>
              <a:ext uri="{FF2B5EF4-FFF2-40B4-BE49-F238E27FC236}">
                <a16:creationId xmlns:a16="http://schemas.microsoft.com/office/drawing/2014/main" id="{000A17DC-D5B1-4C21-E473-390301FC8FE6}"/>
              </a:ext>
            </a:extLst>
          </p:cNvPr>
          <p:cNvGrpSpPr/>
          <p:nvPr/>
        </p:nvGrpSpPr>
        <p:grpSpPr>
          <a:xfrm>
            <a:off x="375109" y="1816430"/>
            <a:ext cx="935353" cy="925355"/>
            <a:chOff x="786765" y="2301700"/>
            <a:chExt cx="935353" cy="925355"/>
          </a:xfrm>
        </p:grpSpPr>
        <p:sp>
          <p:nvSpPr>
            <p:cNvPr id="69" name="Diagrama de flujo: conector 68">
              <a:extLst>
                <a:ext uri="{FF2B5EF4-FFF2-40B4-BE49-F238E27FC236}">
                  <a16:creationId xmlns:a16="http://schemas.microsoft.com/office/drawing/2014/main" id="{DD0327BA-F480-D4AA-9BAB-1F72036F0019}"/>
                </a:ext>
              </a:extLst>
            </p:cNvPr>
            <p:cNvSpPr/>
            <p:nvPr/>
          </p:nvSpPr>
          <p:spPr>
            <a:xfrm>
              <a:off x="876298" y="2379330"/>
              <a:ext cx="763905" cy="771525"/>
            </a:xfrm>
            <a:prstGeom prst="flowChartConnector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0" name="Diagrama de flujo: conector 69">
              <a:extLst>
                <a:ext uri="{FF2B5EF4-FFF2-40B4-BE49-F238E27FC236}">
                  <a16:creationId xmlns:a16="http://schemas.microsoft.com/office/drawing/2014/main" id="{D2F3F62D-51FF-2546-BAA1-0EF221AB55A4}"/>
                </a:ext>
              </a:extLst>
            </p:cNvPr>
            <p:cNvSpPr/>
            <p:nvPr/>
          </p:nvSpPr>
          <p:spPr>
            <a:xfrm>
              <a:off x="829143" y="2341230"/>
              <a:ext cx="847256" cy="838200"/>
            </a:xfrm>
            <a:prstGeom prst="flowChartConnector">
              <a:avLst/>
            </a:prstGeom>
            <a:noFill/>
            <a:ln w="15875">
              <a:gradFill>
                <a:gsLst>
                  <a:gs pos="70000">
                    <a:schemeClr val="tx2"/>
                  </a:gs>
                  <a:gs pos="100000">
                    <a:schemeClr val="accent1"/>
                  </a:gs>
                </a:gsLst>
                <a:lin ang="84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1" name="Diagrama de flujo: conector 70">
              <a:extLst>
                <a:ext uri="{FF2B5EF4-FFF2-40B4-BE49-F238E27FC236}">
                  <a16:creationId xmlns:a16="http://schemas.microsoft.com/office/drawing/2014/main" id="{DD832941-1836-85BE-65F0-4C33FDDC9730}"/>
                </a:ext>
              </a:extLst>
            </p:cNvPr>
            <p:cNvSpPr/>
            <p:nvPr/>
          </p:nvSpPr>
          <p:spPr>
            <a:xfrm>
              <a:off x="786765" y="2301700"/>
              <a:ext cx="935353" cy="925355"/>
            </a:xfrm>
            <a:prstGeom prst="flowChartConnector">
              <a:avLst/>
            </a:prstGeom>
            <a:noFill/>
            <a:ln w="15875">
              <a:gradFill>
                <a:gsLst>
                  <a:gs pos="50000">
                    <a:schemeClr val="tx2"/>
                  </a:gs>
                  <a:gs pos="100000">
                    <a:schemeClr val="accent1"/>
                  </a:gs>
                </a:gsLst>
                <a:lin ang="7800000" scaled="0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72" name="CuadroTexto 71">
            <a:extLst>
              <a:ext uri="{FF2B5EF4-FFF2-40B4-BE49-F238E27FC236}">
                <a16:creationId xmlns:a16="http://schemas.microsoft.com/office/drawing/2014/main" id="{95BA5B2E-5EF4-0D2B-8237-1774FB5CC1BC}"/>
              </a:ext>
            </a:extLst>
          </p:cNvPr>
          <p:cNvSpPr txBox="1"/>
          <p:nvPr/>
        </p:nvSpPr>
        <p:spPr>
          <a:xfrm>
            <a:off x="409486" y="450360"/>
            <a:ext cx="3377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20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principal de una sección o apartado</a:t>
            </a:r>
            <a:endParaRPr lang="es-ES" sz="2000" b="1" dirty="0">
              <a:solidFill>
                <a:schemeClr val="accent1"/>
              </a:solidFill>
              <a:latin typeface="Satoshi" pitchFamily="50" charset="0"/>
            </a:endParaRPr>
          </a:p>
        </p:txBody>
      </p:sp>
      <p:sp>
        <p:nvSpPr>
          <p:cNvPr id="73" name="CuadroTexto 72">
            <a:extLst>
              <a:ext uri="{FF2B5EF4-FFF2-40B4-BE49-F238E27FC236}">
                <a16:creationId xmlns:a16="http://schemas.microsoft.com/office/drawing/2014/main" id="{DD275225-3B9C-ADD9-1317-5BE859464415}"/>
              </a:ext>
            </a:extLst>
          </p:cNvPr>
          <p:cNvSpPr txBox="1"/>
          <p:nvPr/>
        </p:nvSpPr>
        <p:spPr>
          <a:xfrm>
            <a:off x="1392230" y="1887367"/>
            <a:ext cx="1653540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latin typeface="Satoshi" pitchFamily="50" charset="0"/>
              </a:rPr>
              <a:t>Título del apartado</a:t>
            </a: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</a:rPr>
              <a:t>Inserta </a:t>
            </a:r>
            <a:r>
              <a:rPr lang="es-ES" sz="900" dirty="0">
                <a:latin typeface="Satoshi" pitchFamily="50" charset="0"/>
                <a:sym typeface="Montserrat"/>
              </a:rPr>
              <a:t>aquí cuerpo de texto para acompañar las imágenes</a:t>
            </a:r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0D0AADF8-8F69-5B4A-FD33-B3FFAE71D678}"/>
              </a:ext>
            </a:extLst>
          </p:cNvPr>
          <p:cNvSpPr txBox="1"/>
          <p:nvPr/>
        </p:nvSpPr>
        <p:spPr>
          <a:xfrm>
            <a:off x="4156390" y="1884628"/>
            <a:ext cx="1611646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latin typeface="Satoshi" pitchFamily="50" charset="0"/>
              </a:rPr>
              <a:t>Título del apartado</a:t>
            </a: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</a:rPr>
              <a:t>Inserta </a:t>
            </a:r>
            <a:r>
              <a:rPr lang="es-ES" sz="900" dirty="0">
                <a:latin typeface="Satoshi" pitchFamily="50" charset="0"/>
                <a:sym typeface="Montserrat"/>
              </a:rPr>
              <a:t>aquí cuerpo de texto para acompañar las imágenes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C416E03-8F97-1C6D-6818-6B0AF651EEA0}"/>
              </a:ext>
            </a:extLst>
          </p:cNvPr>
          <p:cNvSpPr txBox="1"/>
          <p:nvPr/>
        </p:nvSpPr>
        <p:spPr>
          <a:xfrm>
            <a:off x="6830523" y="1884628"/>
            <a:ext cx="1653540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latin typeface="Satoshi" pitchFamily="50" charset="0"/>
              </a:rPr>
              <a:t>Título del apartado</a:t>
            </a: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</a:rPr>
              <a:t>Inserta </a:t>
            </a:r>
            <a:r>
              <a:rPr lang="es-ES" sz="900" dirty="0">
                <a:latin typeface="Satoshi" pitchFamily="50" charset="0"/>
                <a:sym typeface="Montserrat"/>
              </a:rPr>
              <a:t>aquí cuerpo de texto para acompañar las imágenes</a:t>
            </a:r>
          </a:p>
        </p:txBody>
      </p:sp>
      <p:sp>
        <p:nvSpPr>
          <p:cNvPr id="76" name="CuadroTexto 75">
            <a:extLst>
              <a:ext uri="{FF2B5EF4-FFF2-40B4-BE49-F238E27FC236}">
                <a16:creationId xmlns:a16="http://schemas.microsoft.com/office/drawing/2014/main" id="{C07A90CF-156E-A739-2935-B39DF44AD63C}"/>
              </a:ext>
            </a:extLst>
          </p:cNvPr>
          <p:cNvSpPr txBox="1"/>
          <p:nvPr/>
        </p:nvSpPr>
        <p:spPr>
          <a:xfrm>
            <a:off x="1392230" y="3284069"/>
            <a:ext cx="1653540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latin typeface="Satoshi" pitchFamily="50" charset="0"/>
              </a:rPr>
              <a:t>Título del apartado</a:t>
            </a: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</a:rPr>
              <a:t>Inserta </a:t>
            </a:r>
            <a:r>
              <a:rPr lang="es-ES" sz="900" dirty="0">
                <a:latin typeface="Satoshi" pitchFamily="50" charset="0"/>
                <a:sym typeface="Montserrat"/>
              </a:rPr>
              <a:t>aquí cuerpo de texto para acompañar las imágenes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60E91B38-DBA3-B4AD-D2A3-4E96E085032D}"/>
              </a:ext>
            </a:extLst>
          </p:cNvPr>
          <p:cNvSpPr txBox="1"/>
          <p:nvPr/>
        </p:nvSpPr>
        <p:spPr>
          <a:xfrm>
            <a:off x="4198768" y="3270245"/>
            <a:ext cx="1611646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latin typeface="Satoshi" pitchFamily="50" charset="0"/>
              </a:rPr>
              <a:t>Título del apartado</a:t>
            </a: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</a:rPr>
              <a:t>Inserta </a:t>
            </a:r>
            <a:r>
              <a:rPr lang="es-ES" sz="900" dirty="0">
                <a:latin typeface="Satoshi" pitchFamily="50" charset="0"/>
                <a:sym typeface="Montserrat"/>
              </a:rPr>
              <a:t>aquí cuerpo de texto para acompañar las imágenes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6430B590-09EB-9230-3262-C6C5DC6634C9}"/>
              </a:ext>
            </a:extLst>
          </p:cNvPr>
          <p:cNvSpPr txBox="1"/>
          <p:nvPr/>
        </p:nvSpPr>
        <p:spPr>
          <a:xfrm>
            <a:off x="6924349" y="3270245"/>
            <a:ext cx="1653540" cy="76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1000" b="1" dirty="0">
                <a:latin typeface="Satoshi" pitchFamily="50" charset="0"/>
              </a:rPr>
              <a:t>Título del apartado</a:t>
            </a:r>
          </a:p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</a:rPr>
              <a:t>Inserta </a:t>
            </a:r>
            <a:r>
              <a:rPr lang="es-ES" sz="900" dirty="0">
                <a:latin typeface="Satoshi" pitchFamily="50" charset="0"/>
                <a:sym typeface="Montserrat"/>
              </a:rPr>
              <a:t>aquí cuerpo de texto para acompañar las imágenes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1A1D841E-2397-7562-223A-F1592779EF2B}"/>
              </a:ext>
            </a:extLst>
          </p:cNvPr>
          <p:cNvSpPr txBox="1"/>
          <p:nvPr/>
        </p:nvSpPr>
        <p:spPr>
          <a:xfrm>
            <a:off x="545692" y="1977923"/>
            <a:ext cx="662942" cy="59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s-ES" sz="3000" b="1" dirty="0">
                <a:solidFill>
                  <a:schemeClr val="accent1"/>
                </a:solidFill>
                <a:latin typeface="Satoshi" pitchFamily="50" charset="0"/>
              </a:rPr>
              <a:t>01</a:t>
            </a:r>
            <a:endParaRPr lang="es-ES" sz="3000" dirty="0">
              <a:solidFill>
                <a:schemeClr val="accent1"/>
              </a:solidFill>
              <a:latin typeface="Satoshi" pitchFamily="50" charset="0"/>
            </a:endParaRPr>
          </a:p>
        </p:txBody>
      </p:sp>
      <p:grpSp>
        <p:nvGrpSpPr>
          <p:cNvPr id="90" name="Grupo 89">
            <a:extLst>
              <a:ext uri="{FF2B5EF4-FFF2-40B4-BE49-F238E27FC236}">
                <a16:creationId xmlns:a16="http://schemas.microsoft.com/office/drawing/2014/main" id="{B0031307-2D06-F9B4-2E62-3A3FAD58639F}"/>
              </a:ext>
            </a:extLst>
          </p:cNvPr>
          <p:cNvGrpSpPr/>
          <p:nvPr/>
        </p:nvGrpSpPr>
        <p:grpSpPr>
          <a:xfrm>
            <a:off x="3221037" y="1812382"/>
            <a:ext cx="935353" cy="925355"/>
            <a:chOff x="3221037" y="1952807"/>
            <a:chExt cx="935353" cy="925355"/>
          </a:xfrm>
        </p:grpSpPr>
        <p:grpSp>
          <p:nvGrpSpPr>
            <p:cNvPr id="91" name="Grupo 90">
              <a:extLst>
                <a:ext uri="{FF2B5EF4-FFF2-40B4-BE49-F238E27FC236}">
                  <a16:creationId xmlns:a16="http://schemas.microsoft.com/office/drawing/2014/main" id="{FDF93643-2BDD-3687-E652-8A4AAEF82532}"/>
                </a:ext>
              </a:extLst>
            </p:cNvPr>
            <p:cNvGrpSpPr/>
            <p:nvPr/>
          </p:nvGrpSpPr>
          <p:grpSpPr>
            <a:xfrm>
              <a:off x="3221037" y="1952807"/>
              <a:ext cx="935353" cy="925355"/>
              <a:chOff x="786765" y="2301700"/>
              <a:chExt cx="935353" cy="925355"/>
            </a:xfrm>
          </p:grpSpPr>
          <p:sp>
            <p:nvSpPr>
              <p:cNvPr id="93" name="Diagrama de flujo: conector 92">
                <a:extLst>
                  <a:ext uri="{FF2B5EF4-FFF2-40B4-BE49-F238E27FC236}">
                    <a16:creationId xmlns:a16="http://schemas.microsoft.com/office/drawing/2014/main" id="{1EDCEECE-5E8C-6D6B-F160-D4355E190A74}"/>
                  </a:ext>
                </a:extLst>
              </p:cNvPr>
              <p:cNvSpPr/>
              <p:nvPr/>
            </p:nvSpPr>
            <p:spPr>
              <a:xfrm>
                <a:off x="876298" y="2379330"/>
                <a:ext cx="763905" cy="771525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94" name="Diagrama de flujo: conector 93">
                <a:extLst>
                  <a:ext uri="{FF2B5EF4-FFF2-40B4-BE49-F238E27FC236}">
                    <a16:creationId xmlns:a16="http://schemas.microsoft.com/office/drawing/2014/main" id="{47380EC0-C06D-800F-42FE-31065CFBE1B9}"/>
                  </a:ext>
                </a:extLst>
              </p:cNvPr>
              <p:cNvSpPr/>
              <p:nvPr/>
            </p:nvSpPr>
            <p:spPr>
              <a:xfrm>
                <a:off x="829143" y="2341230"/>
                <a:ext cx="847256" cy="838200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70000">
                      <a:schemeClr val="tx2"/>
                    </a:gs>
                    <a:gs pos="100000">
                      <a:schemeClr val="accent1"/>
                    </a:gs>
                  </a:gsLst>
                  <a:lin ang="8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95" name="Diagrama de flujo: conector 94">
                <a:extLst>
                  <a:ext uri="{FF2B5EF4-FFF2-40B4-BE49-F238E27FC236}">
                    <a16:creationId xmlns:a16="http://schemas.microsoft.com/office/drawing/2014/main" id="{0B9AF36B-DA1D-4A34-A02F-1DBF12F72AAD}"/>
                  </a:ext>
                </a:extLst>
              </p:cNvPr>
              <p:cNvSpPr/>
              <p:nvPr/>
            </p:nvSpPr>
            <p:spPr>
              <a:xfrm>
                <a:off x="786765" y="2301700"/>
                <a:ext cx="935353" cy="925355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50000">
                      <a:schemeClr val="tx2"/>
                    </a:gs>
                    <a:gs pos="100000">
                      <a:schemeClr val="accent1"/>
                    </a:gs>
                  </a:gsLst>
                  <a:lin ang="78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07A8B800-7DE1-6E63-5CC0-A29E47EEB249}"/>
                </a:ext>
              </a:extLst>
            </p:cNvPr>
            <p:cNvSpPr txBox="1"/>
            <p:nvPr/>
          </p:nvSpPr>
          <p:spPr>
            <a:xfrm>
              <a:off x="3333176" y="2090225"/>
              <a:ext cx="705804" cy="596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s-ES" sz="3000" b="1" dirty="0">
                  <a:solidFill>
                    <a:schemeClr val="accent1"/>
                  </a:solidFill>
                  <a:latin typeface="Satoshi" pitchFamily="50" charset="0"/>
                </a:rPr>
                <a:t>02</a:t>
              </a:r>
              <a:endParaRPr lang="es-ES" sz="3000" dirty="0">
                <a:solidFill>
                  <a:schemeClr val="accent1"/>
                </a:solidFill>
                <a:latin typeface="Satoshi" pitchFamily="50" charset="0"/>
              </a:endParaRPr>
            </a:p>
          </p:txBody>
        </p:sp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2B2F5E0A-2EB7-61A5-D98C-3711842D82A8}"/>
              </a:ext>
            </a:extLst>
          </p:cNvPr>
          <p:cNvGrpSpPr/>
          <p:nvPr/>
        </p:nvGrpSpPr>
        <p:grpSpPr>
          <a:xfrm>
            <a:off x="5895170" y="1812381"/>
            <a:ext cx="935353" cy="925355"/>
            <a:chOff x="3221037" y="1952807"/>
            <a:chExt cx="935353" cy="925355"/>
          </a:xfrm>
        </p:grpSpPr>
        <p:grpSp>
          <p:nvGrpSpPr>
            <p:cNvPr id="97" name="Grupo 96">
              <a:extLst>
                <a:ext uri="{FF2B5EF4-FFF2-40B4-BE49-F238E27FC236}">
                  <a16:creationId xmlns:a16="http://schemas.microsoft.com/office/drawing/2014/main" id="{25A7BF6B-B53D-7B22-A074-0CDFECD243C4}"/>
                </a:ext>
              </a:extLst>
            </p:cNvPr>
            <p:cNvGrpSpPr/>
            <p:nvPr/>
          </p:nvGrpSpPr>
          <p:grpSpPr>
            <a:xfrm>
              <a:off x="3221037" y="1952807"/>
              <a:ext cx="935353" cy="925355"/>
              <a:chOff x="786765" y="2301700"/>
              <a:chExt cx="935353" cy="925355"/>
            </a:xfrm>
          </p:grpSpPr>
          <p:sp>
            <p:nvSpPr>
              <p:cNvPr id="99" name="Diagrama de flujo: conector 98">
                <a:extLst>
                  <a:ext uri="{FF2B5EF4-FFF2-40B4-BE49-F238E27FC236}">
                    <a16:creationId xmlns:a16="http://schemas.microsoft.com/office/drawing/2014/main" id="{875C0BA5-50F3-4125-FCD6-F8764552417D}"/>
                  </a:ext>
                </a:extLst>
              </p:cNvPr>
              <p:cNvSpPr/>
              <p:nvPr/>
            </p:nvSpPr>
            <p:spPr>
              <a:xfrm>
                <a:off x="876298" y="2379330"/>
                <a:ext cx="763905" cy="771525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0" name="Diagrama de flujo: conector 99">
                <a:extLst>
                  <a:ext uri="{FF2B5EF4-FFF2-40B4-BE49-F238E27FC236}">
                    <a16:creationId xmlns:a16="http://schemas.microsoft.com/office/drawing/2014/main" id="{8CC9F5C9-2EB6-FF09-0E38-31C8165A1E77}"/>
                  </a:ext>
                </a:extLst>
              </p:cNvPr>
              <p:cNvSpPr/>
              <p:nvPr/>
            </p:nvSpPr>
            <p:spPr>
              <a:xfrm>
                <a:off x="829143" y="2341230"/>
                <a:ext cx="847256" cy="838200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70000">
                      <a:schemeClr val="tx2"/>
                    </a:gs>
                    <a:gs pos="100000">
                      <a:schemeClr val="accent1"/>
                    </a:gs>
                  </a:gsLst>
                  <a:lin ang="8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01" name="Diagrama de flujo: conector 100">
                <a:extLst>
                  <a:ext uri="{FF2B5EF4-FFF2-40B4-BE49-F238E27FC236}">
                    <a16:creationId xmlns:a16="http://schemas.microsoft.com/office/drawing/2014/main" id="{19B3B975-4854-251B-3FBB-A2CCA197B497}"/>
                  </a:ext>
                </a:extLst>
              </p:cNvPr>
              <p:cNvSpPr/>
              <p:nvPr/>
            </p:nvSpPr>
            <p:spPr>
              <a:xfrm>
                <a:off x="786765" y="2301700"/>
                <a:ext cx="935353" cy="925355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50000">
                      <a:schemeClr val="tx2"/>
                    </a:gs>
                    <a:gs pos="100000">
                      <a:schemeClr val="accent1"/>
                    </a:gs>
                  </a:gsLst>
                  <a:lin ang="78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DA6534C4-2610-B9D6-BFA7-60A79BF32CDE}"/>
                </a:ext>
              </a:extLst>
            </p:cNvPr>
            <p:cNvSpPr txBox="1"/>
            <p:nvPr/>
          </p:nvSpPr>
          <p:spPr>
            <a:xfrm>
              <a:off x="3333176" y="2090225"/>
              <a:ext cx="705804" cy="596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s-ES" sz="3000" b="1" dirty="0">
                  <a:solidFill>
                    <a:schemeClr val="accent1"/>
                  </a:solidFill>
                  <a:latin typeface="Satoshi" pitchFamily="50" charset="0"/>
                </a:rPr>
                <a:t>03</a:t>
              </a:r>
              <a:endParaRPr lang="es-ES" sz="3000" dirty="0">
                <a:solidFill>
                  <a:schemeClr val="accent1"/>
                </a:solidFill>
                <a:latin typeface="Satoshi" pitchFamily="50" charset="0"/>
              </a:endParaRPr>
            </a:p>
          </p:txBody>
        </p:sp>
      </p:grpSp>
      <p:grpSp>
        <p:nvGrpSpPr>
          <p:cNvPr id="102" name="Grupo 101">
            <a:extLst>
              <a:ext uri="{FF2B5EF4-FFF2-40B4-BE49-F238E27FC236}">
                <a16:creationId xmlns:a16="http://schemas.microsoft.com/office/drawing/2014/main" id="{7C0133D2-C4A3-C107-3015-BE8C584802E3}"/>
              </a:ext>
            </a:extLst>
          </p:cNvPr>
          <p:cNvGrpSpPr/>
          <p:nvPr/>
        </p:nvGrpSpPr>
        <p:grpSpPr>
          <a:xfrm>
            <a:off x="3230128" y="3179227"/>
            <a:ext cx="935353" cy="925355"/>
            <a:chOff x="3221037" y="1952807"/>
            <a:chExt cx="935353" cy="925355"/>
          </a:xfrm>
        </p:grpSpPr>
        <p:grpSp>
          <p:nvGrpSpPr>
            <p:cNvPr id="103" name="Grupo 102">
              <a:extLst>
                <a:ext uri="{FF2B5EF4-FFF2-40B4-BE49-F238E27FC236}">
                  <a16:creationId xmlns:a16="http://schemas.microsoft.com/office/drawing/2014/main" id="{6A528985-4769-B429-5C9C-9797B4246E1C}"/>
                </a:ext>
              </a:extLst>
            </p:cNvPr>
            <p:cNvGrpSpPr/>
            <p:nvPr/>
          </p:nvGrpSpPr>
          <p:grpSpPr>
            <a:xfrm>
              <a:off x="3221037" y="1952807"/>
              <a:ext cx="935353" cy="925355"/>
              <a:chOff x="786765" y="2301700"/>
              <a:chExt cx="935353" cy="925355"/>
            </a:xfrm>
          </p:grpSpPr>
          <p:sp>
            <p:nvSpPr>
              <p:cNvPr id="105" name="Diagrama de flujo: conector 104">
                <a:extLst>
                  <a:ext uri="{FF2B5EF4-FFF2-40B4-BE49-F238E27FC236}">
                    <a16:creationId xmlns:a16="http://schemas.microsoft.com/office/drawing/2014/main" id="{890992AF-B5D7-E9B5-5AFB-8C19451E97AB}"/>
                  </a:ext>
                </a:extLst>
              </p:cNvPr>
              <p:cNvSpPr/>
              <p:nvPr/>
            </p:nvSpPr>
            <p:spPr>
              <a:xfrm>
                <a:off x="876298" y="2379330"/>
                <a:ext cx="763905" cy="771525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6" name="Diagrama de flujo: conector 105">
                <a:extLst>
                  <a:ext uri="{FF2B5EF4-FFF2-40B4-BE49-F238E27FC236}">
                    <a16:creationId xmlns:a16="http://schemas.microsoft.com/office/drawing/2014/main" id="{89479B59-39E1-1CED-D403-8622A75D2BE8}"/>
                  </a:ext>
                </a:extLst>
              </p:cNvPr>
              <p:cNvSpPr/>
              <p:nvPr/>
            </p:nvSpPr>
            <p:spPr>
              <a:xfrm>
                <a:off x="829143" y="2341230"/>
                <a:ext cx="847256" cy="838200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70000">
                      <a:schemeClr val="tx2"/>
                    </a:gs>
                    <a:gs pos="100000">
                      <a:schemeClr val="accent1"/>
                    </a:gs>
                  </a:gsLst>
                  <a:lin ang="8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07" name="Diagrama de flujo: conector 106">
                <a:extLst>
                  <a:ext uri="{FF2B5EF4-FFF2-40B4-BE49-F238E27FC236}">
                    <a16:creationId xmlns:a16="http://schemas.microsoft.com/office/drawing/2014/main" id="{F0A01B01-9919-1A37-C861-936F587E914F}"/>
                  </a:ext>
                </a:extLst>
              </p:cNvPr>
              <p:cNvSpPr/>
              <p:nvPr/>
            </p:nvSpPr>
            <p:spPr>
              <a:xfrm>
                <a:off x="786765" y="2301700"/>
                <a:ext cx="935353" cy="925355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50000">
                      <a:schemeClr val="tx2"/>
                    </a:gs>
                    <a:gs pos="100000">
                      <a:schemeClr val="accent1"/>
                    </a:gs>
                  </a:gsLst>
                  <a:lin ang="78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104" name="CuadroTexto 103">
              <a:extLst>
                <a:ext uri="{FF2B5EF4-FFF2-40B4-BE49-F238E27FC236}">
                  <a16:creationId xmlns:a16="http://schemas.microsoft.com/office/drawing/2014/main" id="{BDB6501D-9552-7520-37B2-A45176FC7B55}"/>
                </a:ext>
              </a:extLst>
            </p:cNvPr>
            <p:cNvSpPr txBox="1"/>
            <p:nvPr/>
          </p:nvSpPr>
          <p:spPr>
            <a:xfrm>
              <a:off x="3333176" y="2090225"/>
              <a:ext cx="705804" cy="596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s-ES" sz="3000" b="1" dirty="0">
                  <a:solidFill>
                    <a:schemeClr val="accent1"/>
                  </a:solidFill>
                  <a:latin typeface="Satoshi" pitchFamily="50" charset="0"/>
                </a:rPr>
                <a:t>05</a:t>
              </a:r>
              <a:endParaRPr lang="es-ES" sz="3000" dirty="0">
                <a:solidFill>
                  <a:schemeClr val="accent1"/>
                </a:solidFill>
                <a:latin typeface="Satoshi" pitchFamily="50" charset="0"/>
              </a:endParaRPr>
            </a:p>
          </p:txBody>
        </p:sp>
      </p:grpSp>
      <p:grpSp>
        <p:nvGrpSpPr>
          <p:cNvPr id="108" name="Grupo 107">
            <a:extLst>
              <a:ext uri="{FF2B5EF4-FFF2-40B4-BE49-F238E27FC236}">
                <a16:creationId xmlns:a16="http://schemas.microsoft.com/office/drawing/2014/main" id="{F33FFFC2-A128-CCE6-3C8F-3554C7D72B9C}"/>
              </a:ext>
            </a:extLst>
          </p:cNvPr>
          <p:cNvGrpSpPr/>
          <p:nvPr/>
        </p:nvGrpSpPr>
        <p:grpSpPr>
          <a:xfrm>
            <a:off x="5937548" y="3179226"/>
            <a:ext cx="935353" cy="925355"/>
            <a:chOff x="3221037" y="1952807"/>
            <a:chExt cx="935353" cy="925355"/>
          </a:xfrm>
        </p:grpSpPr>
        <p:grpSp>
          <p:nvGrpSpPr>
            <p:cNvPr id="109" name="Grupo 108">
              <a:extLst>
                <a:ext uri="{FF2B5EF4-FFF2-40B4-BE49-F238E27FC236}">
                  <a16:creationId xmlns:a16="http://schemas.microsoft.com/office/drawing/2014/main" id="{EB24DF05-6E10-8C03-1F85-B498248EC8DA}"/>
                </a:ext>
              </a:extLst>
            </p:cNvPr>
            <p:cNvGrpSpPr/>
            <p:nvPr/>
          </p:nvGrpSpPr>
          <p:grpSpPr>
            <a:xfrm>
              <a:off x="3221037" y="1952807"/>
              <a:ext cx="935353" cy="925355"/>
              <a:chOff x="786765" y="2301700"/>
              <a:chExt cx="935353" cy="925355"/>
            </a:xfrm>
          </p:grpSpPr>
          <p:sp>
            <p:nvSpPr>
              <p:cNvPr id="111" name="Diagrama de flujo: conector 110">
                <a:extLst>
                  <a:ext uri="{FF2B5EF4-FFF2-40B4-BE49-F238E27FC236}">
                    <a16:creationId xmlns:a16="http://schemas.microsoft.com/office/drawing/2014/main" id="{A336FFA5-18B4-1E32-051C-2184B1FD1EA4}"/>
                  </a:ext>
                </a:extLst>
              </p:cNvPr>
              <p:cNvSpPr/>
              <p:nvPr/>
            </p:nvSpPr>
            <p:spPr>
              <a:xfrm>
                <a:off x="876298" y="2379330"/>
                <a:ext cx="763905" cy="771525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12" name="Diagrama de flujo: conector 111">
                <a:extLst>
                  <a:ext uri="{FF2B5EF4-FFF2-40B4-BE49-F238E27FC236}">
                    <a16:creationId xmlns:a16="http://schemas.microsoft.com/office/drawing/2014/main" id="{E673E813-8D96-6A3B-4DFF-6BC4551B8535}"/>
                  </a:ext>
                </a:extLst>
              </p:cNvPr>
              <p:cNvSpPr/>
              <p:nvPr/>
            </p:nvSpPr>
            <p:spPr>
              <a:xfrm>
                <a:off x="829143" y="2341230"/>
                <a:ext cx="847256" cy="838200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70000">
                      <a:schemeClr val="tx2"/>
                    </a:gs>
                    <a:gs pos="100000">
                      <a:schemeClr val="accent1"/>
                    </a:gs>
                  </a:gsLst>
                  <a:lin ang="8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13" name="Diagrama de flujo: conector 112">
                <a:extLst>
                  <a:ext uri="{FF2B5EF4-FFF2-40B4-BE49-F238E27FC236}">
                    <a16:creationId xmlns:a16="http://schemas.microsoft.com/office/drawing/2014/main" id="{B46A6B45-B2F4-482F-CBA9-5BE0643BCEE3}"/>
                  </a:ext>
                </a:extLst>
              </p:cNvPr>
              <p:cNvSpPr/>
              <p:nvPr/>
            </p:nvSpPr>
            <p:spPr>
              <a:xfrm>
                <a:off x="786765" y="2301700"/>
                <a:ext cx="935353" cy="925355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50000">
                      <a:schemeClr val="tx2"/>
                    </a:gs>
                    <a:gs pos="100000">
                      <a:schemeClr val="accent1"/>
                    </a:gs>
                  </a:gsLst>
                  <a:lin ang="78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110" name="CuadroTexto 109">
              <a:extLst>
                <a:ext uri="{FF2B5EF4-FFF2-40B4-BE49-F238E27FC236}">
                  <a16:creationId xmlns:a16="http://schemas.microsoft.com/office/drawing/2014/main" id="{E6526FBD-73A0-A5C7-899C-314D6987BA3F}"/>
                </a:ext>
              </a:extLst>
            </p:cNvPr>
            <p:cNvSpPr txBox="1"/>
            <p:nvPr/>
          </p:nvSpPr>
          <p:spPr>
            <a:xfrm>
              <a:off x="3333176" y="2090225"/>
              <a:ext cx="705804" cy="596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s-ES" sz="3000" b="1" dirty="0">
                  <a:solidFill>
                    <a:schemeClr val="accent1"/>
                  </a:solidFill>
                  <a:latin typeface="Satoshi" pitchFamily="50" charset="0"/>
                </a:rPr>
                <a:t>06</a:t>
              </a:r>
              <a:endParaRPr lang="es-ES" sz="3000" dirty="0">
                <a:solidFill>
                  <a:schemeClr val="accent1"/>
                </a:solidFill>
                <a:latin typeface="Satoshi" pitchFamily="50" charset="0"/>
              </a:endParaRPr>
            </a:p>
          </p:txBody>
        </p:sp>
      </p:grpSp>
      <p:grpSp>
        <p:nvGrpSpPr>
          <p:cNvPr id="114" name="Grupo 113">
            <a:extLst>
              <a:ext uri="{FF2B5EF4-FFF2-40B4-BE49-F238E27FC236}">
                <a16:creationId xmlns:a16="http://schemas.microsoft.com/office/drawing/2014/main" id="{4635BC27-2F33-A713-1371-A22C011BECC0}"/>
              </a:ext>
            </a:extLst>
          </p:cNvPr>
          <p:cNvGrpSpPr/>
          <p:nvPr/>
        </p:nvGrpSpPr>
        <p:grpSpPr>
          <a:xfrm>
            <a:off x="409486" y="3175179"/>
            <a:ext cx="935353" cy="925355"/>
            <a:chOff x="470098" y="3297576"/>
            <a:chExt cx="935353" cy="925355"/>
          </a:xfrm>
        </p:grpSpPr>
        <p:grpSp>
          <p:nvGrpSpPr>
            <p:cNvPr id="115" name="Grupo 114">
              <a:extLst>
                <a:ext uri="{FF2B5EF4-FFF2-40B4-BE49-F238E27FC236}">
                  <a16:creationId xmlns:a16="http://schemas.microsoft.com/office/drawing/2014/main" id="{0ECCE89A-ADC1-A248-9B6E-E6042CFAC3C7}"/>
                </a:ext>
              </a:extLst>
            </p:cNvPr>
            <p:cNvGrpSpPr/>
            <p:nvPr/>
          </p:nvGrpSpPr>
          <p:grpSpPr>
            <a:xfrm>
              <a:off x="470098" y="3297576"/>
              <a:ext cx="935353" cy="925355"/>
              <a:chOff x="786765" y="2301700"/>
              <a:chExt cx="935353" cy="925355"/>
            </a:xfrm>
          </p:grpSpPr>
          <p:sp>
            <p:nvSpPr>
              <p:cNvPr id="117" name="Diagrama de flujo: conector 116">
                <a:extLst>
                  <a:ext uri="{FF2B5EF4-FFF2-40B4-BE49-F238E27FC236}">
                    <a16:creationId xmlns:a16="http://schemas.microsoft.com/office/drawing/2014/main" id="{30036EBC-A75F-11B4-5807-AFF00A02D6F4}"/>
                  </a:ext>
                </a:extLst>
              </p:cNvPr>
              <p:cNvSpPr/>
              <p:nvPr/>
            </p:nvSpPr>
            <p:spPr>
              <a:xfrm>
                <a:off x="876298" y="2379330"/>
                <a:ext cx="763905" cy="771525"/>
              </a:xfrm>
              <a:prstGeom prst="flowChartConnector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18" name="Diagrama de flujo: conector 117">
                <a:extLst>
                  <a:ext uri="{FF2B5EF4-FFF2-40B4-BE49-F238E27FC236}">
                    <a16:creationId xmlns:a16="http://schemas.microsoft.com/office/drawing/2014/main" id="{28096CF3-8F1C-2E50-F771-F090FDE83761}"/>
                  </a:ext>
                </a:extLst>
              </p:cNvPr>
              <p:cNvSpPr/>
              <p:nvPr/>
            </p:nvSpPr>
            <p:spPr>
              <a:xfrm>
                <a:off x="829143" y="2341230"/>
                <a:ext cx="847256" cy="838200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70000">
                      <a:schemeClr val="tx2"/>
                    </a:gs>
                    <a:gs pos="100000">
                      <a:schemeClr val="accent1"/>
                    </a:gs>
                  </a:gsLst>
                  <a:lin ang="84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19" name="Diagrama de flujo: conector 118">
                <a:extLst>
                  <a:ext uri="{FF2B5EF4-FFF2-40B4-BE49-F238E27FC236}">
                    <a16:creationId xmlns:a16="http://schemas.microsoft.com/office/drawing/2014/main" id="{CD9DC0D7-04A8-38FC-B6C4-E55FA2574860}"/>
                  </a:ext>
                </a:extLst>
              </p:cNvPr>
              <p:cNvSpPr/>
              <p:nvPr/>
            </p:nvSpPr>
            <p:spPr>
              <a:xfrm>
                <a:off x="786765" y="2301700"/>
                <a:ext cx="935353" cy="925355"/>
              </a:xfrm>
              <a:prstGeom prst="flowChartConnector">
                <a:avLst/>
              </a:prstGeom>
              <a:noFill/>
              <a:ln w="15875">
                <a:gradFill>
                  <a:gsLst>
                    <a:gs pos="50000">
                      <a:schemeClr val="tx2"/>
                    </a:gs>
                    <a:gs pos="100000">
                      <a:schemeClr val="accent1"/>
                    </a:gs>
                  </a:gsLst>
                  <a:lin ang="7800000" scaled="0"/>
                </a:gra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116" name="CuadroTexto 115">
              <a:extLst>
                <a:ext uri="{FF2B5EF4-FFF2-40B4-BE49-F238E27FC236}">
                  <a16:creationId xmlns:a16="http://schemas.microsoft.com/office/drawing/2014/main" id="{4C9DCAB2-BAAB-02C4-925F-72638C8E6DE4}"/>
                </a:ext>
              </a:extLst>
            </p:cNvPr>
            <p:cNvSpPr txBox="1"/>
            <p:nvPr/>
          </p:nvSpPr>
          <p:spPr>
            <a:xfrm>
              <a:off x="584082" y="3430945"/>
              <a:ext cx="705804" cy="5964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s-ES" sz="3000" b="1" dirty="0">
                  <a:solidFill>
                    <a:schemeClr val="accent1"/>
                  </a:solidFill>
                  <a:latin typeface="Satoshi" pitchFamily="50" charset="0"/>
                </a:rPr>
                <a:t>04</a:t>
              </a:r>
              <a:endParaRPr lang="es-ES" sz="3000" dirty="0">
                <a:solidFill>
                  <a:schemeClr val="accent1"/>
                </a:solidFill>
                <a:latin typeface="Satoshi" pitchFamily="50" charset="0"/>
              </a:endParaRPr>
            </a:p>
          </p:txBody>
        </p:sp>
      </p:grpSp>
      <p:sp>
        <p:nvSpPr>
          <p:cNvPr id="3" name="Marcador de pie de página 3">
            <a:extLst>
              <a:ext uri="{FF2B5EF4-FFF2-40B4-BE49-F238E27FC236}">
                <a16:creationId xmlns:a16="http://schemas.microsoft.com/office/drawing/2014/main" id="{0FC65BA4-56F1-14A6-76E7-38D418D61F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1880989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Título del documento de la presentación</a:t>
            </a:r>
            <a:endParaRPr lang="es-ES" sz="700" dirty="0"/>
          </a:p>
        </p:txBody>
      </p:sp>
    </p:spTree>
    <p:extLst>
      <p:ext uri="{BB962C8B-B14F-4D97-AF65-F5344CB8AC3E}">
        <p14:creationId xmlns:p14="http://schemas.microsoft.com/office/powerpoint/2010/main" val="2991843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A8B873-3ABC-CEFA-EDB5-BC5477092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0E259A0-8D66-F7B6-A2F9-FC1318566E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/>
              <a:pPr/>
              <a:t>15</a:t>
            </a:fld>
            <a:endParaRPr lang="es-ES" sz="700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4516A9-DA19-8ECA-9A72-D030B5420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/>
              <a:t>Título del documento de la presentación</a:t>
            </a:r>
            <a:endParaRPr lang="es-ES" sz="7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CFB59B2-6722-5D6F-5EFA-C96BC4334763}"/>
              </a:ext>
            </a:extLst>
          </p:cNvPr>
          <p:cNvSpPr txBox="1"/>
          <p:nvPr/>
        </p:nvSpPr>
        <p:spPr>
          <a:xfrm>
            <a:off x="318816" y="1567495"/>
            <a:ext cx="1940882" cy="13237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>
              <a:lnSpc>
                <a:spcPct val="120000"/>
              </a:lnSpc>
            </a:pPr>
            <a:r>
              <a:rPr lang="es-ES" sz="900" dirty="0">
                <a:latin typeface="Satoshi" pitchFamily="50" charset="0"/>
                <a:sym typeface="Montserrat"/>
              </a:rPr>
              <a:t>Inserta aquí las ideas o textos derivados del concepto principal </a:t>
            </a:r>
            <a:r>
              <a:rPr lang="es-ES" sz="900" dirty="0">
                <a:latin typeface="Satoshi" pitchFamily="50" charset="0"/>
              </a:rPr>
              <a:t>aportando contexto y reforzando visualmente los elementos gráficos que lo acompañan</a:t>
            </a:r>
            <a:r>
              <a:rPr lang="es-ES" sz="900" dirty="0">
                <a:latin typeface="Satoshi" pitchFamily="50" charset="0"/>
                <a:sym typeface="Montserrat"/>
              </a:rPr>
              <a:t>. Agrega un toque único y atractivo a las presentaciones de PowerPoint.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E499653-A442-5D39-7AE9-CF6F0174FCAD}"/>
              </a:ext>
            </a:extLst>
          </p:cNvPr>
          <p:cNvSpPr txBox="1"/>
          <p:nvPr/>
        </p:nvSpPr>
        <p:spPr>
          <a:xfrm>
            <a:off x="318816" y="406720"/>
            <a:ext cx="198782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20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principal de una sección o apartado</a:t>
            </a:r>
            <a:endParaRPr lang="es-ES" sz="2000" b="1" dirty="0">
              <a:solidFill>
                <a:schemeClr val="accent1"/>
              </a:solidFill>
              <a:latin typeface="Satoshi" pitchFamily="50" charset="0"/>
            </a:endParaRPr>
          </a:p>
        </p:txBody>
      </p:sp>
      <p:sp>
        <p:nvSpPr>
          <p:cNvPr id="121" name="CuadroTexto 120">
            <a:extLst>
              <a:ext uri="{FF2B5EF4-FFF2-40B4-BE49-F238E27FC236}">
                <a16:creationId xmlns:a16="http://schemas.microsoft.com/office/drawing/2014/main" id="{20DDB834-FBC4-3FEC-7EC4-51A677913AD9}"/>
              </a:ext>
            </a:extLst>
          </p:cNvPr>
          <p:cNvSpPr txBox="1"/>
          <p:nvPr/>
        </p:nvSpPr>
        <p:spPr>
          <a:xfrm>
            <a:off x="358139" y="3617575"/>
            <a:ext cx="22749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s-ES" sz="1200" dirty="0">
                <a:solidFill>
                  <a:schemeClr val="accent1"/>
                </a:solidFill>
                <a:latin typeface="Satoshi Medium" pitchFamily="50" charset="0"/>
                <a:ea typeface="Open Sans Medium" pitchFamily="2" charset="0"/>
                <a:cs typeface="Open Sans Medium" pitchFamily="2" charset="0"/>
              </a:rPr>
              <a:t>Texto destinado a ampliar y matizar una idea clave presentada en la diapositiva, aportando información complementaria.</a:t>
            </a:r>
            <a:endParaRPr lang="en-US" altLang="es-ES" sz="1200" dirty="0">
              <a:solidFill>
                <a:schemeClr val="accent6"/>
              </a:solidFill>
              <a:latin typeface="Montserrat" panose="00000500000000000000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7280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832C6-AE5B-D13C-F67C-A9D24C40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92F9A5A-8212-7E48-D958-40A58055A3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DF8A1E0-02F0-48F9-B17F-C36D8B8F9CD6}" type="slidenum">
              <a:rPr lang="es-ES" smtClean="0">
                <a:solidFill>
                  <a:schemeClr val="bg1"/>
                </a:solidFill>
              </a:rPr>
              <a:pPr/>
              <a:t>16</a:t>
            </a:fld>
            <a:endParaRPr lang="es-ES" sz="800" dirty="0">
              <a:solidFill>
                <a:schemeClr val="bg1"/>
              </a:solidFill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BCB749-26B5-A022-7E57-E3B5623E0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s-ES" dirty="0">
                <a:solidFill>
                  <a:schemeClr val="bg1"/>
                </a:solidFill>
              </a:rPr>
              <a:t>Título del documento de la presentación</a:t>
            </a:r>
            <a:endParaRPr lang="es-ES" sz="800" dirty="0">
              <a:solidFill>
                <a:schemeClr val="bg1"/>
              </a:solidFill>
            </a:endParaRPr>
          </a:p>
        </p:txBody>
      </p:sp>
      <p:sp>
        <p:nvSpPr>
          <p:cNvPr id="7" name="Google Shape;332;g28d686f5039_0_904">
            <a:extLst>
              <a:ext uri="{FF2B5EF4-FFF2-40B4-BE49-F238E27FC236}">
                <a16:creationId xmlns:a16="http://schemas.microsoft.com/office/drawing/2014/main" id="{8E8E28CA-52F1-36F2-7FBB-B7991B992270}"/>
              </a:ext>
            </a:extLst>
          </p:cNvPr>
          <p:cNvSpPr txBox="1"/>
          <p:nvPr/>
        </p:nvSpPr>
        <p:spPr>
          <a:xfrm>
            <a:off x="4812600" y="1380233"/>
            <a:ext cx="3926100" cy="900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s-ES" sz="900" dirty="0">
                <a:solidFill>
                  <a:schemeClr val="bg1"/>
                </a:solidFill>
                <a:latin typeface="Satoshi" pitchFamily="50" charset="0"/>
                <a:sym typeface="Montserrat"/>
              </a:rPr>
              <a:t>Inserta aquí las ideas o textos derivados del concepto principal </a:t>
            </a:r>
            <a:r>
              <a:rPr lang="es-ES" sz="900" dirty="0">
                <a:solidFill>
                  <a:schemeClr val="bg1"/>
                </a:solidFill>
                <a:latin typeface="Satoshi" pitchFamily="50" charset="0"/>
              </a:rPr>
              <a:t>aportando contexto y reforzando visualmente los elementos gráficos que lo acompañan</a:t>
            </a:r>
            <a:r>
              <a:rPr lang="es-ES" sz="900" dirty="0">
                <a:solidFill>
                  <a:schemeClr val="bg1"/>
                </a:solidFill>
                <a:latin typeface="Satoshi" pitchFamily="50" charset="0"/>
                <a:sym typeface="Montserrat"/>
              </a:rPr>
              <a:t>. Agrega un toque único y atractivo a las presentaciones de PowerPoint que ya están prediseñadas y maquetadas para su uso en cualquiera de las áreas.</a:t>
            </a:r>
            <a:endParaRPr lang="es-ES" sz="900" dirty="0">
              <a:solidFill>
                <a:schemeClr val="bg1"/>
              </a:solidFill>
              <a:latin typeface="Satoshi" pitchFamily="50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2701D4E-93D9-09DF-225E-65D80D0F66B2}"/>
              </a:ext>
            </a:extLst>
          </p:cNvPr>
          <p:cNvSpPr txBox="1"/>
          <p:nvPr/>
        </p:nvSpPr>
        <p:spPr>
          <a:xfrm>
            <a:off x="4306714" y="439714"/>
            <a:ext cx="395962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n-US" sz="2000" b="1" dirty="0">
                <a:solidFill>
                  <a:schemeClr val="accent1"/>
                </a:solidFill>
                <a:latin typeface="Satoshi" pitchFamily="50" charset="0"/>
                <a:sym typeface="Montserrat SemiBold" panose="00000700000000000000"/>
              </a:rPr>
              <a:t>Título principal de una sección o apartado</a:t>
            </a:r>
            <a:endParaRPr lang="es-ES" sz="2000" b="1" dirty="0">
              <a:solidFill>
                <a:schemeClr val="accent1"/>
              </a:solidFill>
              <a:latin typeface="Satoshi" pitchFamily="50" charset="0"/>
            </a:endParaRPr>
          </a:p>
        </p:txBody>
      </p:sp>
      <p:sp>
        <p:nvSpPr>
          <p:cNvPr id="16" name="Google Shape;349;g28d686f5039_0_928">
            <a:extLst>
              <a:ext uri="{FF2B5EF4-FFF2-40B4-BE49-F238E27FC236}">
                <a16:creationId xmlns:a16="http://schemas.microsoft.com/office/drawing/2014/main" id="{723DA962-650E-9BEC-F160-234E623165A4}"/>
              </a:ext>
            </a:extLst>
          </p:cNvPr>
          <p:cNvSpPr txBox="1"/>
          <p:nvPr/>
        </p:nvSpPr>
        <p:spPr>
          <a:xfrm>
            <a:off x="405300" y="3481629"/>
            <a:ext cx="3115500" cy="106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>
              <a:lnSpc>
                <a:spcPct val="115000"/>
              </a:lnSpc>
              <a:buSzPts val="1000"/>
            </a:pPr>
            <a:r>
              <a:rPr lang="es-ES" dirty="0">
                <a:solidFill>
                  <a:schemeClr val="bg1"/>
                </a:solidFill>
                <a:latin typeface="Satoshi Medium" pitchFamily="50" charset="0"/>
                <a:ea typeface="Open Sans Medium" pitchFamily="2" charset="0"/>
                <a:cs typeface="Open Sans Medium" pitchFamily="2" charset="0"/>
              </a:rPr>
              <a:t>Texto destinado a ampliar y matizar una idea clave presentada en la diapositiva, aportando información complementaria.</a:t>
            </a:r>
            <a:endParaRPr b="1" i="0" u="none" strike="noStrike" cap="none" dirty="0">
              <a:solidFill>
                <a:schemeClr val="lt1"/>
              </a:solidFill>
              <a:latin typeface="Satoshi" pitchFamily="50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Google Shape;334;g28d686f5039_0_904">
            <a:extLst>
              <a:ext uri="{FF2B5EF4-FFF2-40B4-BE49-F238E27FC236}">
                <a16:creationId xmlns:a16="http://schemas.microsoft.com/office/drawing/2014/main" id="{C0FCA389-6E35-3EF2-0FCC-6298E229B5E4}"/>
              </a:ext>
            </a:extLst>
          </p:cNvPr>
          <p:cNvSpPr txBox="1"/>
          <p:nvPr/>
        </p:nvSpPr>
        <p:spPr>
          <a:xfrm>
            <a:off x="4757208" y="3332720"/>
            <a:ext cx="3395700" cy="54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00" tIns="34275" rIns="81000" bIns="34275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00"/>
            </a:pPr>
            <a:r>
              <a:rPr lang="es-ES" sz="900" b="1" i="0" u="none" strike="noStrike" cap="none" dirty="0">
                <a:solidFill>
                  <a:schemeClr val="bg1"/>
                </a:solidFill>
                <a:latin typeface="Satoshi" pitchFamily="50" charset="0"/>
                <a:ea typeface="Montserrat SemiBold"/>
                <a:cs typeface="Montserrat SemiBold"/>
                <a:sym typeface="Montserrat SemiBold"/>
              </a:rPr>
              <a:t>Inserta aquí las ideas o textos derivados del concepto principal. Agrega un toque único y atractivo a las presentaciones de PowerPoint</a:t>
            </a:r>
            <a:endParaRPr sz="900" b="1" i="0" u="none" strike="noStrike" cap="none" dirty="0">
              <a:solidFill>
                <a:schemeClr val="bg1"/>
              </a:solidFill>
              <a:latin typeface="Satoshi" pitchFamily="50" charset="0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0" name="Google Shape;334;g28d686f5039_0_904">
            <a:extLst>
              <a:ext uri="{FF2B5EF4-FFF2-40B4-BE49-F238E27FC236}">
                <a16:creationId xmlns:a16="http://schemas.microsoft.com/office/drawing/2014/main" id="{73F833BD-94CC-4D94-F928-2D3627987A81}"/>
              </a:ext>
            </a:extLst>
          </p:cNvPr>
          <p:cNvSpPr txBox="1"/>
          <p:nvPr/>
        </p:nvSpPr>
        <p:spPr>
          <a:xfrm>
            <a:off x="4757208" y="2448858"/>
            <a:ext cx="3395700" cy="547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00" tIns="34275" rIns="81000" bIns="34275" anchor="t" anchorCtr="0">
            <a:spAutoFit/>
          </a:bodyPr>
          <a:lstStyle/>
          <a:p>
            <a:pPr marR="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B1B"/>
              </a:buClr>
              <a:buSzPts val="1000"/>
            </a:pPr>
            <a:r>
              <a:rPr lang="es-ES" sz="900" b="1" i="0" u="none" strike="noStrike" cap="none" dirty="0">
                <a:solidFill>
                  <a:schemeClr val="bg1"/>
                </a:solidFill>
                <a:latin typeface="Satoshi" pitchFamily="50" charset="0"/>
                <a:ea typeface="Montserrat SemiBold"/>
                <a:cs typeface="Montserrat SemiBold"/>
                <a:sym typeface="Montserrat SemiBold"/>
              </a:rPr>
              <a:t>Inserta aquí las ideas o textos derivados del concepto principal. Agrega un toque único y atractivo a las presentaciones de PowerPoint</a:t>
            </a:r>
            <a:endParaRPr sz="900" b="1" i="0" u="none" strike="noStrike" cap="none" dirty="0">
              <a:solidFill>
                <a:schemeClr val="bg1"/>
              </a:solidFill>
              <a:latin typeface="Satoshi" pitchFamily="50" charset="0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A33F32-AE18-AC68-E619-CCFC0173BD9B}"/>
              </a:ext>
            </a:extLst>
          </p:cNvPr>
          <p:cNvSpPr txBox="1"/>
          <p:nvPr/>
        </p:nvSpPr>
        <p:spPr>
          <a:xfrm>
            <a:off x="4462792" y="794397"/>
            <a:ext cx="42062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ts val="1800"/>
            </a:pPr>
            <a:r>
              <a:rPr lang="es-ES" altLang="en-US" sz="1200" b="1" dirty="0">
                <a:solidFill>
                  <a:schemeClr val="bg1"/>
                </a:solidFill>
                <a:latin typeface="Satoshi" pitchFamily="50" charset="0"/>
                <a:sym typeface="Montserrat SemiBold" panose="00000700000000000000"/>
              </a:rPr>
              <a:t>Título de dentro de una sección principal o apartado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20445D96-0FC3-63E1-985E-EC3D214CF81C}"/>
              </a:ext>
            </a:extLst>
          </p:cNvPr>
          <p:cNvGrpSpPr/>
          <p:nvPr/>
        </p:nvGrpSpPr>
        <p:grpSpPr>
          <a:xfrm>
            <a:off x="4548080" y="1421797"/>
            <a:ext cx="82680" cy="2873288"/>
            <a:chOff x="4528499" y="1500174"/>
            <a:chExt cx="82680" cy="2873288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7261869B-EE9F-5161-F2BC-4811B92C329C}"/>
                </a:ext>
              </a:extLst>
            </p:cNvPr>
            <p:cNvGrpSpPr/>
            <p:nvPr/>
          </p:nvGrpSpPr>
          <p:grpSpPr>
            <a:xfrm>
              <a:off x="4528499" y="1500174"/>
              <a:ext cx="82680" cy="1875742"/>
              <a:chOff x="4421844" y="2510715"/>
              <a:chExt cx="82680" cy="1875742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93FF96E7-1780-DFBC-5029-8096120763AB}"/>
                  </a:ext>
                </a:extLst>
              </p:cNvPr>
              <p:cNvGrpSpPr/>
              <p:nvPr/>
            </p:nvGrpSpPr>
            <p:grpSpPr>
              <a:xfrm>
                <a:off x="4421844" y="2510715"/>
                <a:ext cx="82680" cy="1078937"/>
                <a:chOff x="4385310" y="1221602"/>
                <a:chExt cx="82680" cy="1078937"/>
              </a:xfrm>
            </p:grpSpPr>
            <p:cxnSp>
              <p:nvCxnSpPr>
                <p:cNvPr id="5" name="Conector recto 4">
                  <a:extLst>
                    <a:ext uri="{FF2B5EF4-FFF2-40B4-BE49-F238E27FC236}">
                      <a16:creationId xmlns:a16="http://schemas.microsoft.com/office/drawing/2014/main" id="{DE5545BE-B7AA-2D2F-E769-A67B74B4FA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423426" y="1471240"/>
                  <a:ext cx="0" cy="688844"/>
                </a:xfrm>
                <a:prstGeom prst="line">
                  <a:avLst/>
                </a:prstGeom>
                <a:ln w="31750" cap="rnd">
                  <a:solidFill>
                    <a:schemeClr val="bg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" name="Diagrama de flujo: conector 5">
                  <a:extLst>
                    <a:ext uri="{FF2B5EF4-FFF2-40B4-BE49-F238E27FC236}">
                      <a16:creationId xmlns:a16="http://schemas.microsoft.com/office/drawing/2014/main" id="{BE5C049E-B677-C6B9-0747-91E831BF425E}"/>
                    </a:ext>
                  </a:extLst>
                </p:cNvPr>
                <p:cNvSpPr/>
                <p:nvPr/>
              </p:nvSpPr>
              <p:spPr>
                <a:xfrm>
                  <a:off x="4390292" y="1221602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8" name="Diagrama de flujo: conector 7">
                  <a:extLst>
                    <a:ext uri="{FF2B5EF4-FFF2-40B4-BE49-F238E27FC236}">
                      <a16:creationId xmlns:a16="http://schemas.microsoft.com/office/drawing/2014/main" id="{3216D623-B11B-7E17-1E59-F76478E47E17}"/>
                    </a:ext>
                  </a:extLst>
                </p:cNvPr>
                <p:cNvSpPr/>
                <p:nvPr/>
              </p:nvSpPr>
              <p:spPr>
                <a:xfrm>
                  <a:off x="4385310" y="2223539"/>
                  <a:ext cx="77698" cy="77000"/>
                </a:xfrm>
                <a:prstGeom prst="flowChartConnector">
                  <a:avLst/>
                </a:prstGeom>
                <a:solidFill>
                  <a:schemeClr val="bg1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FC4A5948-E452-FAB5-4FCF-5096B40DA4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65345" y="3715641"/>
                <a:ext cx="0" cy="670816"/>
              </a:xfrm>
              <a:prstGeom prst="line">
                <a:avLst/>
              </a:prstGeom>
              <a:ln w="31750" cap="rnd">
                <a:solidFill>
                  <a:schemeClr val="bg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2" name="Diagrama de flujo: conector 21">
              <a:extLst>
                <a:ext uri="{FF2B5EF4-FFF2-40B4-BE49-F238E27FC236}">
                  <a16:creationId xmlns:a16="http://schemas.microsoft.com/office/drawing/2014/main" id="{ABB4E964-8596-88D8-4326-9BB6B375B4F6}"/>
                </a:ext>
              </a:extLst>
            </p:cNvPr>
            <p:cNvSpPr/>
            <p:nvPr/>
          </p:nvSpPr>
          <p:spPr>
            <a:xfrm>
              <a:off x="4528499" y="3481629"/>
              <a:ext cx="77698" cy="77000"/>
            </a:xfrm>
            <a:prstGeom prst="flowChartConnector">
              <a:avLst/>
            </a:prstGeom>
            <a:solidFill>
              <a:schemeClr val="bg1"/>
            </a:solidFill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D7AF1A52-6F68-EC48-A851-7EE72E1BA23D}"/>
                </a:ext>
              </a:extLst>
            </p:cNvPr>
            <p:cNvCxnSpPr>
              <a:cxnSpLocks/>
            </p:cNvCxnSpPr>
            <p:nvPr/>
          </p:nvCxnSpPr>
          <p:spPr>
            <a:xfrm>
              <a:off x="4572000" y="3684618"/>
              <a:ext cx="0" cy="688844"/>
            </a:xfrm>
            <a:prstGeom prst="line">
              <a:avLst/>
            </a:prstGeom>
            <a:ln w="31750" cap="rnd">
              <a:solidFill>
                <a:schemeClr val="bg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162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9B4D4-B167-04C1-6E24-B719A95BD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69715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CB27A-51B5-1955-C765-BC3AA2753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id="{7684F68F-9106-FE5C-4566-6A5F31A6AA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8816" y="4783930"/>
            <a:ext cx="2301013" cy="27463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/>
                </a:solidFill>
                <a:latin typeface="Satoshi" pitchFamily="50" charset="0"/>
              </a:defRPr>
            </a:lvl1pPr>
          </a:lstStyle>
          <a:p>
            <a:r>
              <a:rPr lang="es-ES" dirty="0"/>
              <a:t>Instrucciones de uso para documentos PowerPoint</a:t>
            </a:r>
          </a:p>
        </p:txBody>
      </p:sp>
    </p:spTree>
    <p:extLst>
      <p:ext uri="{BB962C8B-B14F-4D97-AF65-F5344CB8AC3E}">
        <p14:creationId xmlns:p14="http://schemas.microsoft.com/office/powerpoint/2010/main" val="1983071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9AB1F-6F59-85B0-2700-8959C5073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id="{4E4748A9-16E6-405E-6FF9-1709179ED5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700" b="0" i="0" u="none" strike="noStrike" cap="none">
                <a:solidFill>
                  <a:schemeClr val="bg1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s-ES"/>
              <a:t>Instrucciones de uso para documentos PowerPoint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583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E79AD-B230-6065-74F4-EFF0B1F4D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id="{DE389DDB-068D-3DE5-7EC9-32A8642B3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700" b="0" i="0" u="none" strike="noStrike" cap="none">
                <a:solidFill>
                  <a:schemeClr val="bg1"/>
                </a:solidFill>
                <a:latin typeface="Satoshi" pitchFamily="50" charset="0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r>
              <a:rPr lang="es-ES"/>
              <a:t>Instrucciones de uso para documentos PowerPoint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7155263"/>
      </p:ext>
    </p:extLst>
  </p:cSld>
  <p:clrMapOvr>
    <a:masterClrMapping/>
  </p:clrMapOvr>
</p:sld>
</file>

<file path=ppt/theme/theme1.xml><?xml version="1.0" encoding="utf-8"?>
<a:theme xmlns:a="http://schemas.openxmlformats.org/drawingml/2006/main" name="FS">
  <a:themeElements>
    <a:clrScheme name="Future Space">
      <a:dk1>
        <a:srgbClr val="2A2E35"/>
      </a:dk1>
      <a:lt1>
        <a:srgbClr val="FFFFFF"/>
      </a:lt1>
      <a:dk2>
        <a:srgbClr val="0A2E73"/>
      </a:dk2>
      <a:lt2>
        <a:srgbClr val="E8F2FF"/>
      </a:lt2>
      <a:accent1>
        <a:srgbClr val="1265FF"/>
      </a:accent1>
      <a:accent2>
        <a:srgbClr val="0A275C"/>
      </a:accent2>
      <a:accent3>
        <a:srgbClr val="3C8DFF"/>
      </a:accent3>
      <a:accent4>
        <a:srgbClr val="66B3FF"/>
      </a:accent4>
      <a:accent5>
        <a:srgbClr val="F5F5F5"/>
      </a:accent5>
      <a:accent6>
        <a:srgbClr val="1A1A1A"/>
      </a:accent6>
      <a:hlink>
        <a:srgbClr val="1265FF"/>
      </a:hlink>
      <a:folHlink>
        <a:srgbClr val="0A2E7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B8F9FC09F3F134DBFC0B324C2C6E61F" ma:contentTypeVersion="14" ma:contentTypeDescription="Crear nuevo documento." ma:contentTypeScope="" ma:versionID="c76836d1dba49e2bf84338ec8e60042e">
  <xsd:schema xmlns:xsd="http://www.w3.org/2001/XMLSchema" xmlns:xs="http://www.w3.org/2001/XMLSchema" xmlns:p="http://schemas.microsoft.com/office/2006/metadata/properties" xmlns:ns2="d72c1ab7-e969-481a-b47e-2507570d0510" xmlns:ns3="25c9aa0c-2f37-4ce1-bf75-107ed0157c9a" targetNamespace="http://schemas.microsoft.com/office/2006/metadata/properties" ma:root="true" ma:fieldsID="b36017ed0d3a6cd33eeaf6a2a9076996" ns2:_="" ns3:_="">
    <xsd:import namespace="d72c1ab7-e969-481a-b47e-2507570d0510"/>
    <xsd:import namespace="25c9aa0c-2f37-4ce1-bf75-107ed0157c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MigrationSour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c1ab7-e969-481a-b47e-2507570d05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b6a8c91f-a830-470b-96f5-d560837e86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9aa0c-2f37-4ce1-bf75-107ed0157c9a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56679a93-6182-4c3f-a7ab-13a15d0e480b}" ma:internalName="TaxCatchAll" ma:showField="CatchAllData" ma:web="25c9aa0c-2f37-4ce1-bf75-107ed0157c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grationSourceID" ma:index="21" nillable="true" ma:displayName="MigrationSourceID" ma:internalName="MigrationSourceID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c9aa0c-2f37-4ce1-bf75-107ed0157c9a" xsi:nil="true"/>
    <lcf76f155ced4ddcb4097134ff3c332f xmlns="d72c1ab7-e969-481a-b47e-2507570d051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DF3836-E90F-40C9-A2B9-B59B4950ACBA}"/>
</file>

<file path=customXml/itemProps2.xml><?xml version="1.0" encoding="utf-8"?>
<ds:datastoreItem xmlns:ds="http://schemas.openxmlformats.org/officeDocument/2006/customXml" ds:itemID="{FEB1BA6A-CC33-4586-AB98-CE8E50DFB38D}"/>
</file>

<file path=customXml/itemProps3.xml><?xml version="1.0" encoding="utf-8"?>
<ds:datastoreItem xmlns:ds="http://schemas.openxmlformats.org/officeDocument/2006/customXml" ds:itemID="{32AE1164-7970-42EE-9719-AE4054BFC5E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</Words>
  <Application>Microsoft Office PowerPoint</Application>
  <PresentationFormat>Presentación en pantalla (16:9)</PresentationFormat>
  <Paragraphs>149</Paragraphs>
  <Slides>20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7" baseType="lpstr">
      <vt:lpstr>Satoshi Light</vt:lpstr>
      <vt:lpstr>Calibri</vt:lpstr>
      <vt:lpstr>Satoshi</vt:lpstr>
      <vt:lpstr>Satoshi Medium</vt:lpstr>
      <vt:lpstr>Montserrat</vt:lpstr>
      <vt:lpstr>Arial</vt:lpstr>
      <vt:lpstr>FS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2026-06-25T12:38:45Z</dcterms:created>
  <dcterms:modified xsi:type="dcterms:W3CDTF">2026-06-25T12:48:19Z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0x010100FB8F9FC09F3F134DBFC0B324C2C6E61F</vt:lpwstr>
  </property>
</Properties>
</file>